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3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4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5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6.xml" ContentType="application/vnd.openxmlformats-officedocument.theme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1" r:id="rId4"/>
    <p:sldMasterId id="2147483679" r:id="rId5"/>
    <p:sldMasterId id="2147483687" r:id="rId6"/>
    <p:sldMasterId id="2147483695" r:id="rId7"/>
    <p:sldMasterId id="2147483703" r:id="rId8"/>
    <p:sldMasterId id="2147483711" r:id="rId9"/>
    <p:sldMasterId id="2147483719" r:id="rId10"/>
  </p:sldMasterIdLst>
  <p:notesMasterIdLst>
    <p:notesMasterId r:id="rId17"/>
  </p:notesMasterIdLst>
  <p:handoutMasterIdLst>
    <p:handoutMasterId r:id="rId18"/>
  </p:handoutMasterIdLst>
  <p:sldIdLst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200"/>
    <a:srgbClr val="008DB0"/>
    <a:srgbClr val="00ADEF"/>
    <a:srgbClr val="D64395"/>
    <a:srgbClr val="7F298F"/>
    <a:srgbClr val="E807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09"/>
    <p:restoredTop sz="94654"/>
  </p:normalViewPr>
  <p:slideViewPr>
    <p:cSldViewPr snapToGrid="0" snapToObjects="1">
      <p:cViewPr varScale="1">
        <p:scale>
          <a:sx n="114" d="100"/>
          <a:sy n="114" d="100"/>
        </p:scale>
        <p:origin x="152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05" d="100"/>
          <a:sy n="105" d="100"/>
        </p:scale>
        <p:origin x="2744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3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2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6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5.xml"/><Relationship Id="rId10" Type="http://schemas.openxmlformats.org/officeDocument/2006/relationships/slideMaster" Target="slideMasters/slideMaster7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4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4A98A74-9C5D-0349-96A9-7B5ECC07537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2040F9-AA40-1F48-9A24-12766682B6F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346B39-85E7-7349-9FCD-4461A9F6C230}" type="datetimeFigureOut">
              <a:rPr lang="en-US" smtClean="0"/>
              <a:t>1/20/2021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DB6C11-AD54-5D43-89E0-7F17B53375F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D52B8D-DCE7-7543-B04A-A89F6674478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DBC26B-E492-0B43-B5A6-0BC5C4E4E7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3241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3C66E6-AA6A-DD44-B30F-D5F9D22135B2}" type="datetimeFigureOut">
              <a:rPr lang="en-US" smtClean="0"/>
              <a:t>1/20/2021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5D3625-57CE-8942-9DF4-AEDCA9A474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368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3.emf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5.emf"/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5.emf"/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6.emf"/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6.emf"/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7.emf"/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9.emf"/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0.emf"/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0.emf"/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1.emf"/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6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3.emf"/><Relationship Id="rId1" Type="http://schemas.openxmlformats.org/officeDocument/2006/relationships/slideMaster" Target="../slideMasters/slideMaster6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6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4.emf"/><Relationship Id="rId1" Type="http://schemas.openxmlformats.org/officeDocument/2006/relationships/slideMaster" Target="../slideMasters/slideMaster6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4.emf"/><Relationship Id="rId1" Type="http://schemas.openxmlformats.org/officeDocument/2006/relationships/slideMaster" Target="../slideMasters/slideMaster6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5.emf"/><Relationship Id="rId1" Type="http://schemas.openxmlformats.org/officeDocument/2006/relationships/slideMaster" Target="../slideMasters/slideMaster6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Master" Target="../slideMasters/slideMaster6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7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7.emf"/><Relationship Id="rId1" Type="http://schemas.openxmlformats.org/officeDocument/2006/relationships/slideMaster" Target="../slideMasters/slideMaster7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7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8.emf"/><Relationship Id="rId1" Type="http://schemas.openxmlformats.org/officeDocument/2006/relationships/slideMaster" Target="../slideMasters/slideMaster7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8.emf"/><Relationship Id="rId1" Type="http://schemas.openxmlformats.org/officeDocument/2006/relationships/slideMaster" Target="../slideMasters/slideMaster7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9.emf"/><Relationship Id="rId1" Type="http://schemas.openxmlformats.org/officeDocument/2006/relationships/slideMaster" Target="../slideMasters/slideMaster7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rmoji skaidrė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53604" y="2642615"/>
            <a:ext cx="4480560" cy="1508761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lnSpc>
                <a:spcPts val="4040"/>
              </a:lnSpc>
              <a:defRPr sz="3200" b="1" i="1">
                <a:solidFill>
                  <a:srgbClr val="D64395"/>
                </a:solidFill>
              </a:defRPr>
            </a:lvl1pPr>
          </a:lstStyle>
          <a:p>
            <a:r>
              <a:rPr lang="en-US" dirty="0" err="1"/>
              <a:t>Pristatymo</a:t>
            </a:r>
            <a:r>
              <a:rPr lang="en-US" dirty="0"/>
              <a:t> </a:t>
            </a:r>
            <a:r>
              <a:rPr lang="en-US" dirty="0" err="1"/>
              <a:t>pavadinimas</a:t>
            </a:r>
            <a:r>
              <a:rPr lang="en-US" dirty="0"/>
              <a:t> (Arial Bold, Italic, 28–32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68ED7B95-03EF-624E-ACB8-7A3A8569FE3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55264" y="5344668"/>
            <a:ext cx="5400885" cy="4709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>
              <a:buNone/>
              <a:defRPr sz="20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err="1"/>
              <a:t>Autorius</a:t>
            </a:r>
            <a:r>
              <a:rPr lang="en-US" dirty="0"/>
              <a:t> (-</a:t>
            </a:r>
            <a:r>
              <a:rPr lang="en-US" dirty="0" err="1"/>
              <a:t>iai</a:t>
            </a:r>
            <a:r>
              <a:rPr lang="en-US" dirty="0"/>
              <a:t>), Arial Bold, 20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E80149B6-A5A7-3E4D-941A-402BAD4B9F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11349" y="5875020"/>
            <a:ext cx="2844800" cy="4709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>
              <a:buNone/>
              <a:defRPr sz="2000" b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Data, Arial 20 </a:t>
            </a:r>
            <a:r>
              <a:rPr lang="en-US" dirty="0" err="1"/>
              <a:t>pt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83406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rinio skaidrė _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83CB999-052B-7645-B83F-D1D92D89EC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350000"/>
            <a:ext cx="9144000" cy="50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EF1EE80-EE0D-FA48-9C0D-A9F4E53E805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75039" y="467627"/>
            <a:ext cx="681110" cy="778411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27A140D-3F98-A746-9BAE-FB275B0A4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98749" y="6421437"/>
            <a:ext cx="2057400" cy="365125"/>
          </a:xfrm>
          <a:prstGeom prst="rect">
            <a:avLst/>
          </a:prstGeom>
        </p:spPr>
        <p:txBody>
          <a:bodyPr tIns="46800" rIns="0"/>
          <a:lstStyle>
            <a:lvl1pPr algn="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29422C9-1E47-FC4B-AEE4-3DD6AA650B5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3F5EAD24-70F8-4140-AA4A-92C62F0307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4636" y="351666"/>
            <a:ext cx="6353636" cy="91408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ts val="3240"/>
              </a:lnSpc>
              <a:buNone/>
              <a:defRPr sz="2800" b="1"/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lvl="0"/>
            <a:r>
              <a:rPr lang="en-US" dirty="0" err="1"/>
              <a:t>Skaidrės</a:t>
            </a:r>
            <a:r>
              <a:rPr lang="en-US" dirty="0"/>
              <a:t> </a:t>
            </a:r>
            <a:r>
              <a:rPr lang="en-US" dirty="0" err="1"/>
              <a:t>pavadinimas</a:t>
            </a:r>
            <a:r>
              <a:rPr lang="en-US" dirty="0"/>
              <a:t> per dvi </a:t>
            </a:r>
            <a:r>
              <a:rPr lang="en-US" dirty="0" err="1"/>
              <a:t>eilutes</a:t>
            </a:r>
            <a:r>
              <a:rPr lang="en-US" dirty="0"/>
              <a:t> (Arial Bold, 28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185D1D5-F261-0948-A53D-D6D7A3B51C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4636" y="1376413"/>
            <a:ext cx="4307395" cy="73585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50000"/>
              </a:lnSpc>
              <a:buNone/>
              <a:defRPr sz="1400" b="0"/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lvl="0"/>
            <a:r>
              <a:rPr lang="en-US" dirty="0" err="1"/>
              <a:t>Papildomas</a:t>
            </a:r>
            <a:r>
              <a:rPr lang="en-US" dirty="0"/>
              <a:t> </a:t>
            </a:r>
            <a:r>
              <a:rPr lang="en-US" dirty="0" err="1"/>
              <a:t>arba</a:t>
            </a:r>
            <a:r>
              <a:rPr lang="en-US" dirty="0"/>
              <a:t> </a:t>
            </a:r>
            <a:r>
              <a:rPr lang="en-US" dirty="0" err="1"/>
              <a:t>paaiškinamasis</a:t>
            </a:r>
            <a:r>
              <a:rPr lang="en-US" dirty="0"/>
              <a:t> </a:t>
            </a:r>
            <a:r>
              <a:rPr lang="en-US" dirty="0" err="1"/>
              <a:t>skaidrės</a:t>
            </a:r>
            <a:r>
              <a:rPr lang="en-US" dirty="0"/>
              <a:t> </a:t>
            </a:r>
            <a:r>
              <a:rPr lang="en-US" dirty="0" err="1"/>
              <a:t>tekstas</a:t>
            </a:r>
            <a:r>
              <a:rPr lang="en-US" dirty="0"/>
              <a:t>, </a:t>
            </a:r>
            <a:r>
              <a:rPr lang="en-US" dirty="0" err="1"/>
              <a:t>besitęsiantis</a:t>
            </a:r>
            <a:r>
              <a:rPr lang="en-US" dirty="0"/>
              <a:t> per dvi </a:t>
            </a:r>
            <a:r>
              <a:rPr lang="en-US" dirty="0" err="1"/>
              <a:t>eilutes</a:t>
            </a:r>
            <a:r>
              <a:rPr lang="en-US" dirty="0"/>
              <a:t> (Arial, 14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737C8E90-AC66-3648-A209-639FFDA21C9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4636" y="2610023"/>
            <a:ext cx="8261513" cy="330817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0" i="0" u="none" strike="noStrike" smtClean="0">
                <a:effectLst/>
              </a:defRPr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ultricies</a:t>
            </a:r>
            <a:r>
              <a:rPr lang="en-US" dirty="0"/>
              <a:t> integer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facilisi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tempus </a:t>
            </a:r>
            <a:r>
              <a:rPr lang="en-US" dirty="0" err="1"/>
              <a:t>iaculis</a:t>
            </a:r>
            <a:r>
              <a:rPr lang="en-US" dirty="0"/>
              <a:t>. Arial, 18 pt.</a:t>
            </a:r>
          </a:p>
        </p:txBody>
      </p:sp>
    </p:spTree>
    <p:extLst>
      <p:ext uri="{BB962C8B-B14F-4D97-AF65-F5344CB8AC3E}">
        <p14:creationId xmlns:p14="http://schemas.microsoft.com/office/powerpoint/2010/main" val="1654979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urinio skaidrė _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0DF3CA79-289E-7547-B369-E31EA852763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75039" y="252144"/>
            <a:ext cx="681110" cy="7784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31E06E-DE60-EA48-8924-637A2D82B3F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350000"/>
            <a:ext cx="9144000" cy="508000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8391831E-B403-C443-82FB-C98814EBB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98749" y="6421437"/>
            <a:ext cx="2057400" cy="365125"/>
          </a:xfrm>
          <a:prstGeom prst="rect">
            <a:avLst/>
          </a:prstGeom>
        </p:spPr>
        <p:txBody>
          <a:bodyPr tIns="46800" rIns="0"/>
          <a:lstStyle>
            <a:lvl1pPr algn="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29422C9-1E47-FC4B-AEE4-3DD6AA650B5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B42D419A-8837-C047-A9E9-77E3A771BB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4636" y="1682923"/>
            <a:ext cx="8261513" cy="330817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0" i="0" u="none" strike="noStrike">
                <a:effectLst/>
              </a:defRPr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ultricies</a:t>
            </a:r>
            <a:r>
              <a:rPr lang="en-US" dirty="0"/>
              <a:t> integer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facilisi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tempus </a:t>
            </a:r>
            <a:r>
              <a:rPr lang="en-US" dirty="0" err="1"/>
              <a:t>iaculis</a:t>
            </a:r>
            <a:r>
              <a:rPr lang="en-US" dirty="0"/>
              <a:t>. Arial, 18 pt.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C2195922-3F2F-3D4F-A1E3-0DA450AAF4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4636" y="184309"/>
            <a:ext cx="6742764" cy="91408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ts val="3240"/>
              </a:lnSpc>
              <a:buNone/>
              <a:defRPr sz="2800" b="1"/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lvl="0"/>
            <a:r>
              <a:rPr lang="en-US" dirty="0" err="1"/>
              <a:t>Skaidrės</a:t>
            </a:r>
            <a:r>
              <a:rPr lang="en-US" dirty="0"/>
              <a:t> </a:t>
            </a:r>
            <a:r>
              <a:rPr lang="en-US" dirty="0" err="1"/>
              <a:t>pavadinimas</a:t>
            </a:r>
            <a:r>
              <a:rPr lang="en-US" dirty="0"/>
              <a:t> </a:t>
            </a:r>
            <a:r>
              <a:rPr lang="en-US" dirty="0" err="1"/>
              <a:t>vienoje</a:t>
            </a:r>
            <a:r>
              <a:rPr lang="en-US" dirty="0"/>
              <a:t> </a:t>
            </a:r>
            <a:r>
              <a:rPr lang="en-US" dirty="0" err="1"/>
              <a:t>eilutėje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6568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rinio skaidrė _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A2808B-A7B6-C141-B6A8-E7E613EE0E8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12827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DF3CA79-289E-7547-B369-E31EA852763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75039" y="252144"/>
            <a:ext cx="681110" cy="778411"/>
          </a:xfrm>
          <a:prstGeom prst="rect">
            <a:avLst/>
          </a:prstGeom>
        </p:spPr>
      </p:pic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E2392A2-D6BF-CB46-9E6A-537CC3031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98749" y="6421437"/>
            <a:ext cx="2057400" cy="365125"/>
          </a:xfrm>
          <a:prstGeom prst="rect">
            <a:avLst/>
          </a:prstGeom>
        </p:spPr>
        <p:txBody>
          <a:bodyPr tIns="46800" rIns="0"/>
          <a:lstStyle>
            <a:lvl1pPr algn="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29422C9-1E47-FC4B-AEE4-3DD6AA650B5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C9099391-1F93-9441-900D-9B4163EC2C1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4636" y="184309"/>
            <a:ext cx="6742764" cy="91408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ts val="3240"/>
              </a:lnSpc>
              <a:buNone/>
              <a:defRPr sz="2800" b="1"/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lvl="0"/>
            <a:r>
              <a:rPr lang="en-US" dirty="0" err="1"/>
              <a:t>Skaidrės</a:t>
            </a:r>
            <a:r>
              <a:rPr lang="en-US" dirty="0"/>
              <a:t> </a:t>
            </a:r>
            <a:r>
              <a:rPr lang="en-US" dirty="0" err="1"/>
              <a:t>pavadinimas</a:t>
            </a:r>
            <a:r>
              <a:rPr lang="en-US" dirty="0"/>
              <a:t> </a:t>
            </a:r>
            <a:r>
              <a:rPr lang="en-US" dirty="0" err="1"/>
              <a:t>vienoje</a:t>
            </a:r>
            <a:r>
              <a:rPr lang="en-US" dirty="0"/>
              <a:t> </a:t>
            </a:r>
            <a:r>
              <a:rPr lang="en-US" dirty="0" err="1"/>
              <a:t>eilutėje</a:t>
            </a:r>
            <a:endParaRPr lang="en-US" dirty="0"/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A99ABD77-E58B-0E4C-A5F8-A3DEC06BA5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4636" y="1682923"/>
            <a:ext cx="8261513" cy="330817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0" i="0" u="none" strike="noStrike">
                <a:effectLst/>
              </a:defRPr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ultricies</a:t>
            </a:r>
            <a:r>
              <a:rPr lang="en-US" dirty="0"/>
              <a:t> integer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facilisi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tempus </a:t>
            </a:r>
            <a:r>
              <a:rPr lang="en-US" dirty="0" err="1"/>
              <a:t>iaculis</a:t>
            </a:r>
            <a:r>
              <a:rPr lang="en-US" dirty="0"/>
              <a:t>. Arial, 18 pt.</a:t>
            </a:r>
          </a:p>
        </p:txBody>
      </p:sp>
    </p:spTree>
    <p:extLst>
      <p:ext uri="{BB962C8B-B14F-4D97-AF65-F5344CB8AC3E}">
        <p14:creationId xmlns:p14="http://schemas.microsoft.com/office/powerpoint/2010/main" val="628000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rinio skaidrė _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852B490A-D051-B641-8310-463EB7B2505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12827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DF3CA79-289E-7547-B369-E31EA852763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75039" y="252144"/>
            <a:ext cx="681110" cy="778411"/>
          </a:xfrm>
          <a:prstGeom prst="rect">
            <a:avLst/>
          </a:prstGeom>
        </p:spPr>
      </p:pic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17D2B38C-D6DC-B74B-94C2-8C60C3A54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98749" y="6421437"/>
            <a:ext cx="2057400" cy="365125"/>
          </a:xfrm>
          <a:prstGeom prst="rect">
            <a:avLst/>
          </a:prstGeom>
        </p:spPr>
        <p:txBody>
          <a:bodyPr tIns="46800" rIns="0"/>
          <a:lstStyle>
            <a:lvl1pPr algn="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29422C9-1E47-FC4B-AEE4-3DD6AA650B5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A285705E-EB3D-A44F-8BDF-DBF2FC655B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4636" y="1682923"/>
            <a:ext cx="8261513" cy="330817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0" i="0" u="none" strike="noStrike">
                <a:effectLst/>
              </a:defRPr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ultricies</a:t>
            </a:r>
            <a:r>
              <a:rPr lang="en-US" dirty="0"/>
              <a:t> integer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facilisi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tempus </a:t>
            </a:r>
            <a:r>
              <a:rPr lang="en-US" dirty="0" err="1"/>
              <a:t>iaculis</a:t>
            </a:r>
            <a:r>
              <a:rPr lang="en-US" dirty="0"/>
              <a:t>. Arial, 18 pt.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0BAAB415-8571-3F4B-8610-2E2A8A60815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4636" y="204204"/>
            <a:ext cx="6353636" cy="91408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ts val="3240"/>
              </a:lnSpc>
              <a:buNone/>
              <a:defRPr sz="2800" b="1"/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lvl="0"/>
            <a:r>
              <a:rPr lang="en-US" dirty="0" err="1"/>
              <a:t>Skaidrės</a:t>
            </a:r>
            <a:r>
              <a:rPr lang="en-US" dirty="0"/>
              <a:t> </a:t>
            </a:r>
            <a:r>
              <a:rPr lang="en-US" dirty="0" err="1"/>
              <a:t>pavadinimas</a:t>
            </a:r>
            <a:r>
              <a:rPr lang="en-US" dirty="0"/>
              <a:t> per dvi </a:t>
            </a:r>
            <a:r>
              <a:rPr lang="en-US" dirty="0" err="1"/>
              <a:t>eilutes</a:t>
            </a:r>
            <a:r>
              <a:rPr lang="en-US" dirty="0"/>
              <a:t> (Arial Bold, 28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34766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otraukos skaidrė _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9EB160A-9101-F845-BCF6-D62D3D16E29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295900"/>
            <a:ext cx="9144000" cy="15621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64B7227-6E63-ED42-93C4-5734328A276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75039" y="5687744"/>
            <a:ext cx="681110" cy="778411"/>
          </a:xfrm>
          <a:prstGeom prst="rect">
            <a:avLst/>
          </a:prstGeom>
        </p:spPr>
      </p:pic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6FC630C-4B60-8042-82F0-6A37D41B1EF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9144000" cy="52959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FF20E715-0FDB-4A42-B3C4-974A826D47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4636" y="5594508"/>
            <a:ext cx="6158564" cy="4572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ts val="3240"/>
              </a:lnSpc>
              <a:buNone/>
              <a:defRPr sz="2000" b="1"/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lvl="0"/>
            <a:r>
              <a:rPr lang="en-US" dirty="0" err="1"/>
              <a:t>Renginio</a:t>
            </a:r>
            <a:r>
              <a:rPr lang="en-US" dirty="0"/>
              <a:t> </a:t>
            </a:r>
            <a:r>
              <a:rPr lang="en-US" dirty="0" err="1"/>
              <a:t>vieta</a:t>
            </a:r>
            <a:r>
              <a:rPr lang="en-US" dirty="0"/>
              <a:t> </a:t>
            </a:r>
            <a:r>
              <a:rPr lang="en-US" dirty="0" err="1"/>
              <a:t>ar</a:t>
            </a:r>
            <a:r>
              <a:rPr lang="en-US" dirty="0"/>
              <a:t> </a:t>
            </a:r>
            <a:r>
              <a:rPr lang="en-US" dirty="0" err="1"/>
              <a:t>pavadinimas</a:t>
            </a:r>
            <a:r>
              <a:rPr lang="en-US" dirty="0"/>
              <a:t> (Arial Bold, 20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18ED548-2E19-5A4D-A05D-DC2CA15894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4636" y="6143092"/>
            <a:ext cx="2297764" cy="4572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ts val="3240"/>
              </a:lnSpc>
              <a:buNone/>
              <a:defRPr sz="2000" b="0"/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lvl="0"/>
            <a:r>
              <a:rPr lang="en-US" dirty="0"/>
              <a:t>Data (Arial, 20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98900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otraukos skaidrė _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3516A138-7B6E-784E-A6E2-F1D12C2CAA6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-1"/>
            <a:ext cx="9144000" cy="634999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2F9A4B5-0A6F-EE40-ABA5-D09EA27FA22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350000"/>
            <a:ext cx="9144000" cy="508000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143646B2-819A-6A41-81D1-C7419565F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98749" y="6421437"/>
            <a:ext cx="2057400" cy="365125"/>
          </a:xfrm>
          <a:prstGeom prst="rect">
            <a:avLst/>
          </a:prstGeom>
        </p:spPr>
        <p:txBody>
          <a:bodyPr tIns="46800" rIns="0"/>
          <a:lstStyle>
            <a:lvl1pPr algn="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29422C9-1E47-FC4B-AEE4-3DD6AA650B5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6175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rmoji skaidrė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53604" y="2642615"/>
            <a:ext cx="4480560" cy="1508761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lnSpc>
                <a:spcPts val="4040"/>
              </a:lnSpc>
              <a:defRPr sz="3200" b="1" i="1">
                <a:solidFill>
                  <a:srgbClr val="7F298F"/>
                </a:solidFill>
              </a:defRPr>
            </a:lvl1pPr>
          </a:lstStyle>
          <a:p>
            <a:r>
              <a:rPr lang="en-US" dirty="0" err="1"/>
              <a:t>Pristatymo</a:t>
            </a:r>
            <a:r>
              <a:rPr lang="en-US" dirty="0"/>
              <a:t> </a:t>
            </a:r>
            <a:r>
              <a:rPr lang="en-US" dirty="0" err="1"/>
              <a:t>pavadinimas</a:t>
            </a:r>
            <a:r>
              <a:rPr lang="en-US" dirty="0"/>
              <a:t> (Arial Bold, Italic, 28–32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1DACB88F-4F1F-604F-8E83-313F06C5EB8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55264" y="5344668"/>
            <a:ext cx="5400885" cy="4709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>
              <a:buNone/>
              <a:defRPr sz="20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err="1"/>
              <a:t>Autorius</a:t>
            </a:r>
            <a:r>
              <a:rPr lang="en-US" dirty="0"/>
              <a:t> (-</a:t>
            </a:r>
            <a:r>
              <a:rPr lang="en-US" dirty="0" err="1"/>
              <a:t>iai</a:t>
            </a:r>
            <a:r>
              <a:rPr lang="en-US" dirty="0"/>
              <a:t>), Arial Bold, 20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3E751208-DE29-C344-8650-0F8EE6DAE3B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11349" y="5875020"/>
            <a:ext cx="2844800" cy="4709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>
              <a:buNone/>
              <a:defRPr sz="2000" b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Data, Arial 20 </a:t>
            </a:r>
            <a:r>
              <a:rPr lang="en-US" dirty="0" err="1"/>
              <a:t>pt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2923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rinio skaidrė _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F8898297-7B12-8746-9069-1272A9635C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350000"/>
            <a:ext cx="9144000" cy="50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EF1EE80-EE0D-FA48-9C0D-A9F4E53E805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75039" y="467627"/>
            <a:ext cx="681110" cy="778411"/>
          </a:xfrm>
          <a:prstGeom prst="rect">
            <a:avLst/>
          </a:prstGeom>
        </p:spPr>
      </p:pic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57BBF2D0-31DF-7C42-B3EB-863500429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98749" y="6421437"/>
            <a:ext cx="2057400" cy="365125"/>
          </a:xfrm>
          <a:prstGeom prst="rect">
            <a:avLst/>
          </a:prstGeom>
        </p:spPr>
        <p:txBody>
          <a:bodyPr tIns="46800" rIns="0"/>
          <a:lstStyle>
            <a:lvl1pPr algn="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29422C9-1E47-FC4B-AEE4-3DD6AA650B5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FCBEB8CB-449D-E746-9566-87EEE4E1874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4636" y="351666"/>
            <a:ext cx="6353636" cy="91408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ts val="3240"/>
              </a:lnSpc>
              <a:buNone/>
              <a:defRPr sz="2800" b="1"/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lvl="0"/>
            <a:r>
              <a:rPr lang="en-US" dirty="0" err="1"/>
              <a:t>Skaidrės</a:t>
            </a:r>
            <a:r>
              <a:rPr lang="en-US" dirty="0"/>
              <a:t> </a:t>
            </a:r>
            <a:r>
              <a:rPr lang="en-US" dirty="0" err="1"/>
              <a:t>pavadinimas</a:t>
            </a:r>
            <a:r>
              <a:rPr lang="en-US" dirty="0"/>
              <a:t> per dvi </a:t>
            </a:r>
            <a:r>
              <a:rPr lang="en-US" dirty="0" err="1"/>
              <a:t>eilutes</a:t>
            </a:r>
            <a:r>
              <a:rPr lang="en-US" dirty="0"/>
              <a:t> (Arial Bold, 28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FD9645E-235F-6A45-ADA3-2471A1EDBC4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4636" y="1376413"/>
            <a:ext cx="4307395" cy="73585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50000"/>
              </a:lnSpc>
              <a:buNone/>
              <a:defRPr sz="1400" b="0"/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lvl="0"/>
            <a:r>
              <a:rPr lang="en-US" dirty="0" err="1"/>
              <a:t>Papildomas</a:t>
            </a:r>
            <a:r>
              <a:rPr lang="en-US" dirty="0"/>
              <a:t> </a:t>
            </a:r>
            <a:r>
              <a:rPr lang="en-US" dirty="0" err="1"/>
              <a:t>arba</a:t>
            </a:r>
            <a:r>
              <a:rPr lang="en-US" dirty="0"/>
              <a:t> </a:t>
            </a:r>
            <a:r>
              <a:rPr lang="en-US" dirty="0" err="1"/>
              <a:t>paaiškinamasis</a:t>
            </a:r>
            <a:r>
              <a:rPr lang="en-US" dirty="0"/>
              <a:t> </a:t>
            </a:r>
            <a:r>
              <a:rPr lang="en-US" dirty="0" err="1"/>
              <a:t>skaidrės</a:t>
            </a:r>
            <a:r>
              <a:rPr lang="en-US" dirty="0"/>
              <a:t> </a:t>
            </a:r>
            <a:r>
              <a:rPr lang="en-US" dirty="0" err="1"/>
              <a:t>tekstas</a:t>
            </a:r>
            <a:r>
              <a:rPr lang="en-US" dirty="0"/>
              <a:t>, </a:t>
            </a:r>
            <a:r>
              <a:rPr lang="en-US" dirty="0" err="1"/>
              <a:t>besitęsiantis</a:t>
            </a:r>
            <a:r>
              <a:rPr lang="en-US" dirty="0"/>
              <a:t> per dvi </a:t>
            </a:r>
            <a:r>
              <a:rPr lang="en-US" dirty="0" err="1"/>
              <a:t>eilutes</a:t>
            </a:r>
            <a:r>
              <a:rPr lang="en-US" dirty="0"/>
              <a:t> (Arial, 14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F0705319-3685-B44C-92B2-9E3953B8E53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4636" y="2610023"/>
            <a:ext cx="8261513" cy="330817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0" i="0" u="none" strike="noStrike" smtClean="0">
                <a:effectLst/>
              </a:defRPr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ultricies</a:t>
            </a:r>
            <a:r>
              <a:rPr lang="en-US" dirty="0"/>
              <a:t> integer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facilisi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tempus </a:t>
            </a:r>
            <a:r>
              <a:rPr lang="en-US" dirty="0" err="1"/>
              <a:t>iaculis</a:t>
            </a:r>
            <a:r>
              <a:rPr lang="en-US" dirty="0"/>
              <a:t>. Arial, 18 pt.</a:t>
            </a:r>
          </a:p>
        </p:txBody>
      </p:sp>
    </p:spTree>
    <p:extLst>
      <p:ext uri="{BB962C8B-B14F-4D97-AF65-F5344CB8AC3E}">
        <p14:creationId xmlns:p14="http://schemas.microsoft.com/office/powerpoint/2010/main" val="1317162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urinio skaidrė _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EEC641D-B1A6-8A4D-9E46-40B2CAE5438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350000"/>
            <a:ext cx="9144000" cy="50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DF3CA79-289E-7547-B369-E31EA852763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75039" y="252144"/>
            <a:ext cx="681110" cy="778411"/>
          </a:xfrm>
          <a:prstGeom prst="rect">
            <a:avLst/>
          </a:prstGeom>
        </p:spPr>
      </p:pic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7F4D278-51F5-D14F-A97C-AC908F8528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4636" y="1682923"/>
            <a:ext cx="8261513" cy="330817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b="0" i="0" u="none" strike="noStrike">
                <a:effectLst/>
              </a:defRPr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ultricies</a:t>
            </a:r>
            <a:r>
              <a:rPr lang="en-US" dirty="0"/>
              <a:t> integer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facilisi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tempus </a:t>
            </a:r>
            <a:r>
              <a:rPr lang="en-US" dirty="0" err="1"/>
              <a:t>iaculis</a:t>
            </a:r>
            <a:r>
              <a:rPr lang="en-US" dirty="0"/>
              <a:t>. Arial, 16 pt.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035FC413-2DB8-6F43-A365-C3AE16F9BC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4636" y="184309"/>
            <a:ext cx="6742764" cy="91408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ts val="3240"/>
              </a:lnSpc>
              <a:buNone/>
              <a:defRPr sz="2200" b="1"/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lvl="0"/>
            <a:r>
              <a:rPr lang="en-US" dirty="0" err="1"/>
              <a:t>Skaidrės</a:t>
            </a:r>
            <a:r>
              <a:rPr lang="en-US" dirty="0"/>
              <a:t> </a:t>
            </a:r>
            <a:r>
              <a:rPr lang="en-US" dirty="0" err="1"/>
              <a:t>pavadinimas</a:t>
            </a:r>
            <a:r>
              <a:rPr lang="en-US" dirty="0"/>
              <a:t> </a:t>
            </a:r>
            <a:r>
              <a:rPr lang="en-US" dirty="0" err="1"/>
              <a:t>vienoje</a:t>
            </a:r>
            <a:r>
              <a:rPr lang="en-US" dirty="0"/>
              <a:t> </a:t>
            </a:r>
            <a:r>
              <a:rPr lang="en-US" dirty="0" err="1"/>
              <a:t>eilutėje</a:t>
            </a:r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BC4ABFE9-606D-CF42-9E57-0A5858F68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98749" y="6421437"/>
            <a:ext cx="2057400" cy="365125"/>
          </a:xfrm>
          <a:prstGeom prst="rect">
            <a:avLst/>
          </a:prstGeom>
        </p:spPr>
        <p:txBody>
          <a:bodyPr tIns="46800" rIns="0"/>
          <a:lstStyle>
            <a:lvl1pPr algn="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29422C9-1E47-FC4B-AEE4-3DD6AA650B5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9549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rinio skaidrė _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1572BFE-C14E-B64B-81DE-6721BF0B7B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12827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DF3CA79-289E-7547-B369-E31EA852763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75039" y="252144"/>
            <a:ext cx="681110" cy="778411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6A62321-F731-5945-A44E-D42790652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98749" y="6421437"/>
            <a:ext cx="2057400" cy="365125"/>
          </a:xfrm>
          <a:prstGeom prst="rect">
            <a:avLst/>
          </a:prstGeom>
        </p:spPr>
        <p:txBody>
          <a:bodyPr tIns="46800" rIns="0"/>
          <a:lstStyle>
            <a:lvl1pPr algn="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29422C9-1E47-FC4B-AEE4-3DD6AA650B5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B879C63D-B6D9-C74C-AC52-01E7ADF388A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4636" y="184309"/>
            <a:ext cx="6742764" cy="91408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ts val="3240"/>
              </a:lnSpc>
              <a:buNone/>
              <a:defRPr sz="2800" b="1"/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lvl="0"/>
            <a:r>
              <a:rPr lang="en-US" dirty="0" err="1"/>
              <a:t>Skaidrės</a:t>
            </a:r>
            <a:r>
              <a:rPr lang="en-US" dirty="0"/>
              <a:t> </a:t>
            </a:r>
            <a:r>
              <a:rPr lang="en-US" dirty="0" err="1"/>
              <a:t>pavadinimas</a:t>
            </a:r>
            <a:r>
              <a:rPr lang="en-US" dirty="0"/>
              <a:t> </a:t>
            </a:r>
            <a:r>
              <a:rPr lang="en-US" dirty="0" err="1"/>
              <a:t>vienoje</a:t>
            </a:r>
            <a:r>
              <a:rPr lang="en-US" dirty="0"/>
              <a:t> </a:t>
            </a:r>
            <a:r>
              <a:rPr lang="en-US" dirty="0" err="1"/>
              <a:t>eilutėje</a:t>
            </a:r>
            <a:endParaRPr lang="en-US" dirty="0"/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69FDD578-987F-E649-B780-6EB14312F9D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4636" y="1682923"/>
            <a:ext cx="8261513" cy="330817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0" i="0" u="none" strike="noStrike">
                <a:effectLst/>
              </a:defRPr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ultricies</a:t>
            </a:r>
            <a:r>
              <a:rPr lang="en-US" dirty="0"/>
              <a:t> integer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facilisi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tempus </a:t>
            </a:r>
            <a:r>
              <a:rPr lang="en-US" dirty="0" err="1"/>
              <a:t>iaculis</a:t>
            </a:r>
            <a:r>
              <a:rPr lang="en-US" dirty="0"/>
              <a:t>. Arial, 18 pt.</a:t>
            </a:r>
          </a:p>
        </p:txBody>
      </p:sp>
    </p:spTree>
    <p:extLst>
      <p:ext uri="{BB962C8B-B14F-4D97-AF65-F5344CB8AC3E}">
        <p14:creationId xmlns:p14="http://schemas.microsoft.com/office/powerpoint/2010/main" val="30528086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rinio skaidrė _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B130E7C-C367-3B40-B2B0-CD6E45F6CB5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12827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DF3CA79-289E-7547-B369-E31EA852763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75039" y="252144"/>
            <a:ext cx="681110" cy="778411"/>
          </a:xfrm>
          <a:prstGeom prst="rect">
            <a:avLst/>
          </a:prstGeom>
        </p:spPr>
      </p:pic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64D297A3-5053-8B48-8EA9-748DFC6E2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98749" y="6421437"/>
            <a:ext cx="2057400" cy="365125"/>
          </a:xfrm>
          <a:prstGeom prst="rect">
            <a:avLst/>
          </a:prstGeom>
        </p:spPr>
        <p:txBody>
          <a:bodyPr tIns="46800" rIns="0"/>
          <a:lstStyle>
            <a:lvl1pPr algn="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29422C9-1E47-FC4B-AEE4-3DD6AA650B5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61D7558E-AD3C-C84D-B8C9-EACCBC17F7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4636" y="1682923"/>
            <a:ext cx="8261513" cy="330817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0" i="0" u="none" strike="noStrike">
                <a:effectLst/>
              </a:defRPr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ultricies</a:t>
            </a:r>
            <a:r>
              <a:rPr lang="en-US" dirty="0"/>
              <a:t> integer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facilisi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tempus </a:t>
            </a:r>
            <a:r>
              <a:rPr lang="en-US" dirty="0" err="1"/>
              <a:t>iaculis</a:t>
            </a:r>
            <a:r>
              <a:rPr lang="en-US" dirty="0"/>
              <a:t>. Arial, 18 pt.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0F0BF7C7-868A-B348-879D-4C9D19DA100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4636" y="204204"/>
            <a:ext cx="6353636" cy="91408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ts val="3240"/>
              </a:lnSpc>
              <a:buNone/>
              <a:defRPr sz="2800" b="1"/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lvl="0"/>
            <a:r>
              <a:rPr lang="en-US" dirty="0" err="1"/>
              <a:t>Skaidrės</a:t>
            </a:r>
            <a:r>
              <a:rPr lang="en-US" dirty="0"/>
              <a:t> </a:t>
            </a:r>
            <a:r>
              <a:rPr lang="en-US" dirty="0" err="1"/>
              <a:t>pavadinimas</a:t>
            </a:r>
            <a:r>
              <a:rPr lang="en-US" dirty="0"/>
              <a:t> per dvi </a:t>
            </a:r>
            <a:r>
              <a:rPr lang="en-US" dirty="0" err="1"/>
              <a:t>eilutes</a:t>
            </a:r>
            <a:r>
              <a:rPr lang="en-US" dirty="0"/>
              <a:t> (Arial Bold, 28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759020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otraukos skaidrė _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6FA2546-F7B8-454C-B406-97025A9050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295900"/>
            <a:ext cx="9144000" cy="15621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64B7227-6E63-ED42-93C4-5734328A276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75039" y="5687744"/>
            <a:ext cx="681110" cy="778411"/>
          </a:xfrm>
          <a:prstGeom prst="rect">
            <a:avLst/>
          </a:prstGeom>
        </p:spPr>
      </p:pic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6FC630C-4B60-8042-82F0-6A37D41B1EF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9144000" cy="52959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EFA83077-128B-9149-B473-D6BACBA624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4636" y="5594508"/>
            <a:ext cx="6158564" cy="4572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ts val="3240"/>
              </a:lnSpc>
              <a:buNone/>
              <a:defRPr sz="2000" b="1"/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lvl="0"/>
            <a:r>
              <a:rPr lang="en-US" dirty="0" err="1"/>
              <a:t>Renginio</a:t>
            </a:r>
            <a:r>
              <a:rPr lang="en-US" dirty="0"/>
              <a:t> </a:t>
            </a:r>
            <a:r>
              <a:rPr lang="en-US" dirty="0" err="1"/>
              <a:t>vieta</a:t>
            </a:r>
            <a:r>
              <a:rPr lang="en-US" dirty="0"/>
              <a:t> </a:t>
            </a:r>
            <a:r>
              <a:rPr lang="en-US" dirty="0" err="1"/>
              <a:t>ar</a:t>
            </a:r>
            <a:r>
              <a:rPr lang="en-US" dirty="0"/>
              <a:t> </a:t>
            </a:r>
            <a:r>
              <a:rPr lang="en-US" dirty="0" err="1"/>
              <a:t>pavadinimas</a:t>
            </a:r>
            <a:r>
              <a:rPr lang="en-US" dirty="0"/>
              <a:t> (Arial Bold, 20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7D4C7AF7-4027-3149-ABAC-C8A4DB63E96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4636" y="6143092"/>
            <a:ext cx="2297764" cy="4572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ts val="3240"/>
              </a:lnSpc>
              <a:buNone/>
              <a:defRPr sz="2000" b="0"/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lvl="0"/>
            <a:r>
              <a:rPr lang="en-US" dirty="0"/>
              <a:t>Data (Arial, 20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607902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otraukos skaidrė _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A5FF6E3-7F1E-8444-8045-36F71E7428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350000"/>
            <a:ext cx="9144000" cy="508000"/>
          </a:xfrm>
          <a:prstGeom prst="rect">
            <a:avLst/>
          </a:prstGeom>
        </p:spPr>
      </p:pic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3516A138-7B6E-784E-A6E2-F1D12C2CAA6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-1"/>
            <a:ext cx="9144000" cy="634999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B0F6075-B884-EE48-9321-E49787515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98749" y="6421437"/>
            <a:ext cx="2057400" cy="365125"/>
          </a:xfrm>
          <a:prstGeom prst="rect">
            <a:avLst/>
          </a:prstGeom>
        </p:spPr>
        <p:txBody>
          <a:bodyPr tIns="46800" rIns="0"/>
          <a:lstStyle>
            <a:lvl1pPr algn="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29422C9-1E47-FC4B-AEE4-3DD6AA650B5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28960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rmoji skaidrė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53604" y="2642615"/>
            <a:ext cx="4480560" cy="1508761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lnSpc>
                <a:spcPts val="4040"/>
              </a:lnSpc>
              <a:defRPr sz="3200" b="1" i="1">
                <a:solidFill>
                  <a:srgbClr val="E80788"/>
                </a:solidFill>
              </a:defRPr>
            </a:lvl1pPr>
          </a:lstStyle>
          <a:p>
            <a:r>
              <a:rPr lang="en-US" dirty="0" err="1"/>
              <a:t>Pristatymo</a:t>
            </a:r>
            <a:r>
              <a:rPr lang="en-US" dirty="0"/>
              <a:t> </a:t>
            </a:r>
            <a:r>
              <a:rPr lang="en-US" dirty="0" err="1"/>
              <a:t>pavadinimas</a:t>
            </a:r>
            <a:r>
              <a:rPr lang="en-US" dirty="0"/>
              <a:t> (Arial Bold, Italic, 28–32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E97D14A5-C17B-D34E-94C6-4A3C6BBB81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55264" y="5344668"/>
            <a:ext cx="5400885" cy="4709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>
              <a:buNone/>
              <a:defRPr sz="20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err="1"/>
              <a:t>Autorius</a:t>
            </a:r>
            <a:r>
              <a:rPr lang="en-US" dirty="0"/>
              <a:t> (-</a:t>
            </a:r>
            <a:r>
              <a:rPr lang="en-US" dirty="0" err="1"/>
              <a:t>iai</a:t>
            </a:r>
            <a:r>
              <a:rPr lang="en-US" dirty="0"/>
              <a:t>), Arial Bold, 20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298611AB-5810-1845-B6E4-72E4E795505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11349" y="5875020"/>
            <a:ext cx="2844800" cy="4709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>
              <a:buNone/>
              <a:defRPr sz="2000" b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Data, Arial 20 </a:t>
            </a:r>
            <a:r>
              <a:rPr lang="en-US" dirty="0" err="1"/>
              <a:t>pt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38610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rinio skaidrė _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F1A9A3D-653B-344A-9905-A38243A013A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350000"/>
            <a:ext cx="9144000" cy="50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EF1EE80-EE0D-FA48-9C0D-A9F4E53E805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75039" y="467627"/>
            <a:ext cx="681110" cy="778411"/>
          </a:xfrm>
          <a:prstGeom prst="rect">
            <a:avLst/>
          </a:prstGeom>
        </p:spPr>
      </p:pic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9B61ECF2-CC70-3E4C-A955-F518A6106F7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4636" y="351666"/>
            <a:ext cx="6353636" cy="91408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ts val="3240"/>
              </a:lnSpc>
              <a:buNone/>
              <a:defRPr sz="2800" b="1"/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lvl="0"/>
            <a:r>
              <a:rPr lang="en-US" dirty="0" err="1"/>
              <a:t>Skaidrės</a:t>
            </a:r>
            <a:r>
              <a:rPr lang="en-US" dirty="0"/>
              <a:t> </a:t>
            </a:r>
            <a:r>
              <a:rPr lang="en-US" dirty="0" err="1"/>
              <a:t>pavadinimas</a:t>
            </a:r>
            <a:r>
              <a:rPr lang="en-US" dirty="0"/>
              <a:t> per dvi </a:t>
            </a:r>
            <a:r>
              <a:rPr lang="en-US" dirty="0" err="1"/>
              <a:t>eilutes</a:t>
            </a:r>
            <a:r>
              <a:rPr lang="en-US" dirty="0"/>
              <a:t> (Arial Bold, 28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DEB08E81-09FB-674C-923C-FAF65DE773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4636" y="1376413"/>
            <a:ext cx="4307395" cy="73585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50000"/>
              </a:lnSpc>
              <a:buNone/>
              <a:defRPr sz="1400" b="0"/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lvl="0"/>
            <a:r>
              <a:rPr lang="en-US" dirty="0" err="1"/>
              <a:t>Papildomas</a:t>
            </a:r>
            <a:r>
              <a:rPr lang="en-US" dirty="0"/>
              <a:t> </a:t>
            </a:r>
            <a:r>
              <a:rPr lang="en-US" dirty="0" err="1"/>
              <a:t>arba</a:t>
            </a:r>
            <a:r>
              <a:rPr lang="en-US" dirty="0"/>
              <a:t> </a:t>
            </a:r>
            <a:r>
              <a:rPr lang="en-US" dirty="0" err="1"/>
              <a:t>paaiškinamasis</a:t>
            </a:r>
            <a:r>
              <a:rPr lang="en-US" dirty="0"/>
              <a:t> </a:t>
            </a:r>
            <a:r>
              <a:rPr lang="en-US" dirty="0" err="1"/>
              <a:t>skaidrės</a:t>
            </a:r>
            <a:r>
              <a:rPr lang="en-US" dirty="0"/>
              <a:t> </a:t>
            </a:r>
            <a:r>
              <a:rPr lang="en-US" dirty="0" err="1"/>
              <a:t>tekstas</a:t>
            </a:r>
            <a:r>
              <a:rPr lang="en-US" dirty="0"/>
              <a:t>, </a:t>
            </a:r>
            <a:r>
              <a:rPr lang="en-US" dirty="0" err="1"/>
              <a:t>besitęsiantis</a:t>
            </a:r>
            <a:r>
              <a:rPr lang="en-US" dirty="0"/>
              <a:t> per dvi </a:t>
            </a:r>
            <a:r>
              <a:rPr lang="en-US" dirty="0" err="1"/>
              <a:t>eilutes</a:t>
            </a:r>
            <a:r>
              <a:rPr lang="en-US" dirty="0"/>
              <a:t> (Arial, 14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FCF5DF8B-65F6-F344-BFF0-319134C6860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4636" y="2610023"/>
            <a:ext cx="8261513" cy="330817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0" i="0" u="none" strike="noStrike" smtClean="0">
                <a:effectLst/>
              </a:defRPr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ultricies</a:t>
            </a:r>
            <a:r>
              <a:rPr lang="en-US" dirty="0"/>
              <a:t> integer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facilisi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tempus </a:t>
            </a:r>
            <a:r>
              <a:rPr lang="en-US" dirty="0" err="1"/>
              <a:t>iaculis</a:t>
            </a:r>
            <a:r>
              <a:rPr lang="en-US" dirty="0"/>
              <a:t>. Arial, 18 pt.</a:t>
            </a: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DD401ECE-B96E-9A4B-89FD-3289E1630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98749" y="6421437"/>
            <a:ext cx="2057400" cy="365125"/>
          </a:xfrm>
          <a:prstGeom prst="rect">
            <a:avLst/>
          </a:prstGeom>
        </p:spPr>
        <p:txBody>
          <a:bodyPr tIns="46800" rIns="0"/>
          <a:lstStyle>
            <a:lvl1pPr algn="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29422C9-1E47-FC4B-AEE4-3DD6AA650B5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6136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urinio skaidrė _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0DF3CA79-289E-7547-B369-E31EA852763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75039" y="252144"/>
            <a:ext cx="681110" cy="778411"/>
          </a:xfrm>
          <a:prstGeom prst="rect">
            <a:avLst/>
          </a:prstGeom>
        </p:spPr>
      </p:pic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7F4D278-51F5-D14F-A97C-AC908F8528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4636" y="1682923"/>
            <a:ext cx="8261513" cy="330817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0" i="0" u="none" strike="noStrike">
                <a:effectLst/>
              </a:defRPr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ultricies</a:t>
            </a:r>
            <a:r>
              <a:rPr lang="en-US" dirty="0"/>
              <a:t> integer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facilisi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tempus </a:t>
            </a:r>
            <a:r>
              <a:rPr lang="en-US" dirty="0" err="1"/>
              <a:t>iaculis</a:t>
            </a:r>
            <a:r>
              <a:rPr lang="en-US" dirty="0"/>
              <a:t>. Arial, 18 pt.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D8B9384-90E9-7D41-AB44-37550CE80D2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350000"/>
            <a:ext cx="9144000" cy="508000"/>
          </a:xfrm>
          <a:prstGeom prst="rect">
            <a:avLst/>
          </a:prstGeom>
        </p:spPr>
      </p:pic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B9B32DA5-9BAD-BE4A-BB1C-5991544D4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98749" y="6421437"/>
            <a:ext cx="2057400" cy="365125"/>
          </a:xfrm>
          <a:prstGeom prst="rect">
            <a:avLst/>
          </a:prstGeom>
        </p:spPr>
        <p:txBody>
          <a:bodyPr tIns="46800" rIns="0"/>
          <a:lstStyle>
            <a:lvl1pPr algn="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29422C9-1E47-FC4B-AEE4-3DD6AA650B5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035FC413-2DB8-6F43-A365-C3AE16F9BC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4636" y="184309"/>
            <a:ext cx="6742764" cy="91408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ts val="3240"/>
              </a:lnSpc>
              <a:buNone/>
              <a:defRPr sz="2800" b="1"/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lvl="0"/>
            <a:r>
              <a:rPr lang="en-US" dirty="0" err="1"/>
              <a:t>Skaidrės</a:t>
            </a:r>
            <a:r>
              <a:rPr lang="en-US" dirty="0"/>
              <a:t> </a:t>
            </a:r>
            <a:r>
              <a:rPr lang="en-US" dirty="0" err="1"/>
              <a:t>pavadinimas</a:t>
            </a:r>
            <a:r>
              <a:rPr lang="en-US" dirty="0"/>
              <a:t> </a:t>
            </a:r>
            <a:r>
              <a:rPr lang="en-US" dirty="0" err="1"/>
              <a:t>vienoje</a:t>
            </a:r>
            <a:r>
              <a:rPr lang="en-US" dirty="0"/>
              <a:t> </a:t>
            </a:r>
            <a:r>
              <a:rPr lang="en-US" dirty="0" err="1"/>
              <a:t>eilutėje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46177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rinio skaidrė _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5D4DC35-D009-6E46-BF75-5B214FE99F5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1282700"/>
          </a:xfrm>
          <a:prstGeom prst="rect">
            <a:avLst/>
          </a:prstGeom>
        </p:spPr>
      </p:pic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5796E10E-2855-B645-9157-69ABD0AF6E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4636" y="184309"/>
            <a:ext cx="6742764" cy="91408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ts val="3240"/>
              </a:lnSpc>
              <a:buNone/>
              <a:defRPr sz="2800" b="1"/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lvl="0"/>
            <a:r>
              <a:rPr lang="en-US" dirty="0" err="1"/>
              <a:t>Skaidrės</a:t>
            </a:r>
            <a:r>
              <a:rPr lang="en-US" dirty="0"/>
              <a:t> </a:t>
            </a:r>
            <a:r>
              <a:rPr lang="en-US" dirty="0" err="1"/>
              <a:t>pavadinimas</a:t>
            </a:r>
            <a:r>
              <a:rPr lang="en-US" dirty="0"/>
              <a:t> </a:t>
            </a:r>
            <a:r>
              <a:rPr lang="en-US" dirty="0" err="1"/>
              <a:t>vienoje</a:t>
            </a:r>
            <a:r>
              <a:rPr lang="en-US" dirty="0"/>
              <a:t> </a:t>
            </a:r>
            <a:r>
              <a:rPr lang="en-US" dirty="0" err="1"/>
              <a:t>eilutėje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DF3CA79-289E-7547-B369-E31EA852763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75039" y="252144"/>
            <a:ext cx="681110" cy="778411"/>
          </a:xfrm>
          <a:prstGeom prst="rect">
            <a:avLst/>
          </a:prstGeom>
        </p:spPr>
      </p:pic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7F4D278-51F5-D14F-A97C-AC908F8528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4636" y="1682923"/>
            <a:ext cx="8261513" cy="330817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0" i="0" u="none" strike="noStrike">
                <a:effectLst/>
              </a:defRPr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ultricies</a:t>
            </a:r>
            <a:r>
              <a:rPr lang="en-US" dirty="0"/>
              <a:t> integer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facilisi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tempus </a:t>
            </a:r>
            <a:r>
              <a:rPr lang="en-US" dirty="0" err="1"/>
              <a:t>iaculis</a:t>
            </a:r>
            <a:r>
              <a:rPr lang="en-US" dirty="0"/>
              <a:t>. Arial, 18 pt.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0870F7F1-323C-6746-9C9E-419766E5B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98749" y="6421437"/>
            <a:ext cx="2057400" cy="365125"/>
          </a:xfrm>
          <a:prstGeom prst="rect">
            <a:avLst/>
          </a:prstGeom>
        </p:spPr>
        <p:txBody>
          <a:bodyPr tIns="46800" rIns="0"/>
          <a:lstStyle>
            <a:lvl1pPr algn="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29422C9-1E47-FC4B-AEE4-3DD6AA650B5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02723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rinio skaidrė _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5D4DC35-D009-6E46-BF75-5B214FE99F5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12827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DF3CA79-289E-7547-B369-E31EA852763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75039" y="252144"/>
            <a:ext cx="681110" cy="778411"/>
          </a:xfrm>
          <a:prstGeom prst="rect">
            <a:avLst/>
          </a:prstGeom>
        </p:spPr>
      </p:pic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CCE9F64F-44D1-3B4E-9240-3BD03FFFBBD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4636" y="1682923"/>
            <a:ext cx="8261513" cy="330817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0" i="0" u="none" strike="noStrike">
                <a:effectLst/>
              </a:defRPr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ultricies</a:t>
            </a:r>
            <a:r>
              <a:rPr lang="en-US" dirty="0"/>
              <a:t> integer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facilisi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tempus </a:t>
            </a:r>
            <a:r>
              <a:rPr lang="en-US" dirty="0" err="1"/>
              <a:t>iaculis</a:t>
            </a:r>
            <a:r>
              <a:rPr lang="en-US" dirty="0"/>
              <a:t>. Arial, 18 pt.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87F67A23-B747-8441-B85B-89CCB7276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98749" y="6421437"/>
            <a:ext cx="2057400" cy="365125"/>
          </a:xfrm>
          <a:prstGeom prst="rect">
            <a:avLst/>
          </a:prstGeom>
        </p:spPr>
        <p:txBody>
          <a:bodyPr tIns="46800" rIns="0"/>
          <a:lstStyle>
            <a:lvl1pPr algn="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29422C9-1E47-FC4B-AEE4-3DD6AA650B5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0AAB6F54-1A9E-594B-BFD7-5192E6AD990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4636" y="204204"/>
            <a:ext cx="6353636" cy="91408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ts val="3240"/>
              </a:lnSpc>
              <a:buNone/>
              <a:defRPr sz="2800" b="1"/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lvl="0"/>
            <a:r>
              <a:rPr lang="en-US" dirty="0" err="1"/>
              <a:t>Skaidrės</a:t>
            </a:r>
            <a:r>
              <a:rPr lang="en-US" dirty="0"/>
              <a:t> </a:t>
            </a:r>
            <a:r>
              <a:rPr lang="en-US" dirty="0" err="1"/>
              <a:t>pavadinimas</a:t>
            </a:r>
            <a:r>
              <a:rPr lang="en-US" dirty="0"/>
              <a:t> per dvi </a:t>
            </a:r>
            <a:r>
              <a:rPr lang="en-US" dirty="0" err="1"/>
              <a:t>eilutes</a:t>
            </a:r>
            <a:r>
              <a:rPr lang="en-US" dirty="0"/>
              <a:t> (Arial Bold, 28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095456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otraukos skaidrė _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DC67F09-CEF1-6A42-AC08-BDCB7E1FC90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295900"/>
            <a:ext cx="9144000" cy="15621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64B7227-6E63-ED42-93C4-5734328A276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75039" y="5687744"/>
            <a:ext cx="681110" cy="778411"/>
          </a:xfrm>
          <a:prstGeom prst="rect">
            <a:avLst/>
          </a:prstGeom>
        </p:spPr>
      </p:pic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538F4E54-807A-E04D-96DC-A01F431D4D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4636" y="5594508"/>
            <a:ext cx="6158564" cy="4572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ts val="3240"/>
              </a:lnSpc>
              <a:buNone/>
              <a:defRPr sz="2000" b="1"/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lvl="0"/>
            <a:r>
              <a:rPr lang="en-US" dirty="0" err="1"/>
              <a:t>Renginio</a:t>
            </a:r>
            <a:r>
              <a:rPr lang="en-US" dirty="0"/>
              <a:t> </a:t>
            </a:r>
            <a:r>
              <a:rPr lang="en-US" dirty="0" err="1"/>
              <a:t>vieta</a:t>
            </a:r>
            <a:r>
              <a:rPr lang="en-US" dirty="0"/>
              <a:t> </a:t>
            </a:r>
            <a:r>
              <a:rPr lang="en-US" dirty="0" err="1"/>
              <a:t>ar</a:t>
            </a:r>
            <a:r>
              <a:rPr lang="en-US" dirty="0"/>
              <a:t> </a:t>
            </a:r>
            <a:r>
              <a:rPr lang="en-US" dirty="0" err="1"/>
              <a:t>pavadinimas</a:t>
            </a:r>
            <a:r>
              <a:rPr lang="en-US" dirty="0"/>
              <a:t> (Arial Bold, 20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ED3B809A-D148-C346-89D1-CC101517FD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4636" y="6143092"/>
            <a:ext cx="2297764" cy="4572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ts val="3240"/>
              </a:lnSpc>
              <a:buNone/>
              <a:defRPr sz="2000" b="0"/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lvl="0"/>
            <a:r>
              <a:rPr lang="en-US" dirty="0"/>
              <a:t>Data (Arial, 20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6FC630C-4B60-8042-82F0-6A37D41B1EF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9144000" cy="52959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804109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otraukos skaidrė _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017A3A2-7C27-DD40-8458-57C93DC408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350000"/>
            <a:ext cx="9144000" cy="508000"/>
          </a:xfrm>
          <a:prstGeom prst="rect">
            <a:avLst/>
          </a:prstGeom>
        </p:spPr>
      </p:pic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3516A138-7B6E-784E-A6E2-F1D12C2CAA6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-1"/>
            <a:ext cx="9144000" cy="634999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C52ECF2-549A-474D-8124-3A9A5717D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98749" y="6421437"/>
            <a:ext cx="2057400" cy="365125"/>
          </a:xfrm>
          <a:prstGeom prst="rect">
            <a:avLst/>
          </a:prstGeom>
        </p:spPr>
        <p:txBody>
          <a:bodyPr tIns="46800" rIns="0"/>
          <a:lstStyle>
            <a:lvl1pPr algn="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29422C9-1E47-FC4B-AEE4-3DD6AA650B5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31456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rmoji skaidrė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53604" y="2642615"/>
            <a:ext cx="4480560" cy="1508761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lnSpc>
                <a:spcPts val="4040"/>
              </a:lnSpc>
              <a:defRPr sz="3200" b="1" i="1">
                <a:solidFill>
                  <a:srgbClr val="D64395"/>
                </a:solidFill>
              </a:defRPr>
            </a:lvl1pPr>
          </a:lstStyle>
          <a:p>
            <a:r>
              <a:rPr lang="en-US" dirty="0" err="1"/>
              <a:t>Pristatymo</a:t>
            </a:r>
            <a:r>
              <a:rPr lang="en-US" dirty="0"/>
              <a:t> </a:t>
            </a:r>
            <a:r>
              <a:rPr lang="en-US" dirty="0" err="1"/>
              <a:t>pavadinimas</a:t>
            </a:r>
            <a:r>
              <a:rPr lang="en-US" dirty="0"/>
              <a:t> (Arial Bold, Italic, 28–32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E97D14A5-C17B-D34E-94C6-4A3C6BBB81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55264" y="5344668"/>
            <a:ext cx="5400885" cy="4709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>
              <a:buNone/>
              <a:defRPr sz="20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err="1"/>
              <a:t>Autorius</a:t>
            </a:r>
            <a:r>
              <a:rPr lang="en-US" dirty="0"/>
              <a:t> (-</a:t>
            </a:r>
            <a:r>
              <a:rPr lang="en-US" dirty="0" err="1"/>
              <a:t>iai</a:t>
            </a:r>
            <a:r>
              <a:rPr lang="en-US" dirty="0"/>
              <a:t>), Arial Bold, 20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298611AB-5810-1845-B6E4-72E4E795505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11349" y="5875020"/>
            <a:ext cx="2844800" cy="4709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>
              <a:buNone/>
              <a:defRPr sz="2000" b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Data, Arial 20 </a:t>
            </a:r>
            <a:r>
              <a:rPr lang="en-US" dirty="0" err="1"/>
              <a:t>pt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58779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rinio skaidrė _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7C8F4B1-5149-6046-8B8E-0BD7347F8CC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349999"/>
            <a:ext cx="9144000" cy="50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EF1EE80-EE0D-FA48-9C0D-A9F4E53E805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75039" y="467627"/>
            <a:ext cx="681110" cy="778411"/>
          </a:xfrm>
          <a:prstGeom prst="rect">
            <a:avLst/>
          </a:prstGeom>
        </p:spPr>
      </p:pic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9B61ECF2-CC70-3E4C-A955-F518A6106F7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4636" y="351666"/>
            <a:ext cx="6353636" cy="91408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ts val="3240"/>
              </a:lnSpc>
              <a:buNone/>
              <a:defRPr sz="2800" b="1"/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lvl="0"/>
            <a:r>
              <a:rPr lang="en-US" dirty="0" err="1"/>
              <a:t>Skaidrės</a:t>
            </a:r>
            <a:r>
              <a:rPr lang="en-US" dirty="0"/>
              <a:t> </a:t>
            </a:r>
            <a:r>
              <a:rPr lang="en-US" dirty="0" err="1"/>
              <a:t>pavadinimas</a:t>
            </a:r>
            <a:r>
              <a:rPr lang="en-US" dirty="0"/>
              <a:t> per dvi </a:t>
            </a:r>
            <a:r>
              <a:rPr lang="en-US" dirty="0" err="1"/>
              <a:t>eilutes</a:t>
            </a:r>
            <a:r>
              <a:rPr lang="en-US" dirty="0"/>
              <a:t> (Arial Bold, 28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DEB08E81-09FB-674C-923C-FAF65DE773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4636" y="1376413"/>
            <a:ext cx="4307395" cy="73585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50000"/>
              </a:lnSpc>
              <a:buNone/>
              <a:defRPr sz="1400" b="0"/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lvl="0"/>
            <a:r>
              <a:rPr lang="en-US" dirty="0" err="1"/>
              <a:t>Papildomas</a:t>
            </a:r>
            <a:r>
              <a:rPr lang="en-US" dirty="0"/>
              <a:t> </a:t>
            </a:r>
            <a:r>
              <a:rPr lang="en-US" dirty="0" err="1"/>
              <a:t>arba</a:t>
            </a:r>
            <a:r>
              <a:rPr lang="en-US" dirty="0"/>
              <a:t> </a:t>
            </a:r>
            <a:r>
              <a:rPr lang="en-US" dirty="0" err="1"/>
              <a:t>paaiškinamasis</a:t>
            </a:r>
            <a:r>
              <a:rPr lang="en-US" dirty="0"/>
              <a:t> </a:t>
            </a:r>
            <a:r>
              <a:rPr lang="en-US" dirty="0" err="1"/>
              <a:t>skaidrės</a:t>
            </a:r>
            <a:r>
              <a:rPr lang="en-US" dirty="0"/>
              <a:t> </a:t>
            </a:r>
            <a:r>
              <a:rPr lang="en-US" dirty="0" err="1"/>
              <a:t>tekstas</a:t>
            </a:r>
            <a:r>
              <a:rPr lang="en-US" dirty="0"/>
              <a:t>, </a:t>
            </a:r>
            <a:r>
              <a:rPr lang="en-US" dirty="0" err="1"/>
              <a:t>besitęsiantis</a:t>
            </a:r>
            <a:r>
              <a:rPr lang="en-US" dirty="0"/>
              <a:t> per dvi </a:t>
            </a:r>
            <a:r>
              <a:rPr lang="en-US" dirty="0" err="1"/>
              <a:t>eilutes</a:t>
            </a:r>
            <a:r>
              <a:rPr lang="en-US" dirty="0"/>
              <a:t> (Arial, 14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FCF5DF8B-65F6-F344-BFF0-319134C6860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4636" y="2610023"/>
            <a:ext cx="8261513" cy="330817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0" i="0" u="none" strike="noStrike" smtClean="0">
                <a:effectLst/>
              </a:defRPr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ultricies</a:t>
            </a:r>
            <a:r>
              <a:rPr lang="en-US" dirty="0"/>
              <a:t> integer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facilisi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tempus </a:t>
            </a:r>
            <a:r>
              <a:rPr lang="en-US" dirty="0" err="1"/>
              <a:t>iaculis</a:t>
            </a:r>
            <a:r>
              <a:rPr lang="en-US" dirty="0"/>
              <a:t>. Arial, 18 pt.</a:t>
            </a: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DD401ECE-B96E-9A4B-89FD-3289E1630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98749" y="6421437"/>
            <a:ext cx="2057400" cy="365125"/>
          </a:xfrm>
          <a:prstGeom prst="rect">
            <a:avLst/>
          </a:prstGeom>
        </p:spPr>
        <p:txBody>
          <a:bodyPr tIns="46800" rIns="0"/>
          <a:lstStyle>
            <a:lvl1pPr algn="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29422C9-1E47-FC4B-AEE4-3DD6AA650B5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159614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urinio skaidrė _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10E83F6-300A-1C48-9DA6-A6D28617694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349999"/>
            <a:ext cx="9144000" cy="50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DF3CA79-289E-7547-B369-E31EA852763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75039" y="252144"/>
            <a:ext cx="681110" cy="778411"/>
          </a:xfrm>
          <a:prstGeom prst="rect">
            <a:avLst/>
          </a:prstGeom>
        </p:spPr>
      </p:pic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7F4D278-51F5-D14F-A97C-AC908F8528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4636" y="1682923"/>
            <a:ext cx="8261513" cy="330817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0" i="0" u="none" strike="noStrike">
                <a:effectLst/>
              </a:defRPr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ultricies</a:t>
            </a:r>
            <a:r>
              <a:rPr lang="en-US" dirty="0"/>
              <a:t> integer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facilisi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tempus </a:t>
            </a:r>
            <a:r>
              <a:rPr lang="en-US" dirty="0" err="1"/>
              <a:t>iaculis</a:t>
            </a:r>
            <a:r>
              <a:rPr lang="en-US" dirty="0"/>
              <a:t>. Arial, 18 pt.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B9B32DA5-9BAD-BE4A-BB1C-5991544D4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98749" y="6421437"/>
            <a:ext cx="2057400" cy="365125"/>
          </a:xfrm>
          <a:prstGeom prst="rect">
            <a:avLst/>
          </a:prstGeom>
        </p:spPr>
        <p:txBody>
          <a:bodyPr tIns="46800" rIns="0"/>
          <a:lstStyle>
            <a:lvl1pPr algn="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29422C9-1E47-FC4B-AEE4-3DD6AA650B5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035FC413-2DB8-6F43-A365-C3AE16F9BC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4636" y="184309"/>
            <a:ext cx="6742764" cy="91408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ts val="3240"/>
              </a:lnSpc>
              <a:buNone/>
              <a:defRPr sz="2800" b="1"/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lvl="0"/>
            <a:r>
              <a:rPr lang="en-US" dirty="0" err="1"/>
              <a:t>Skaidrės</a:t>
            </a:r>
            <a:r>
              <a:rPr lang="en-US" dirty="0"/>
              <a:t> </a:t>
            </a:r>
            <a:r>
              <a:rPr lang="en-US" dirty="0" err="1"/>
              <a:t>pavadinimas</a:t>
            </a:r>
            <a:r>
              <a:rPr lang="en-US" dirty="0"/>
              <a:t> </a:t>
            </a:r>
            <a:r>
              <a:rPr lang="en-US" dirty="0" err="1"/>
              <a:t>vienoje</a:t>
            </a:r>
            <a:r>
              <a:rPr lang="en-US" dirty="0"/>
              <a:t> </a:t>
            </a:r>
            <a:r>
              <a:rPr lang="en-US" dirty="0" err="1"/>
              <a:t>eilutėje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508332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rinio skaidrė _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59226FE-999F-A146-B69C-D14089FDEE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1282700"/>
          </a:xfrm>
          <a:prstGeom prst="rect">
            <a:avLst/>
          </a:prstGeom>
        </p:spPr>
      </p:pic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5796E10E-2855-B645-9157-69ABD0AF6E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4636" y="184309"/>
            <a:ext cx="6742764" cy="91408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ts val="3240"/>
              </a:lnSpc>
              <a:buNone/>
              <a:defRPr sz="2800" b="1"/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lvl="0"/>
            <a:r>
              <a:rPr lang="en-US" dirty="0" err="1"/>
              <a:t>Skaidrės</a:t>
            </a:r>
            <a:r>
              <a:rPr lang="en-US" dirty="0"/>
              <a:t> </a:t>
            </a:r>
            <a:r>
              <a:rPr lang="en-US" dirty="0" err="1"/>
              <a:t>pavadinimas</a:t>
            </a:r>
            <a:r>
              <a:rPr lang="en-US" dirty="0"/>
              <a:t> </a:t>
            </a:r>
            <a:r>
              <a:rPr lang="en-US" dirty="0" err="1"/>
              <a:t>vienoje</a:t>
            </a:r>
            <a:r>
              <a:rPr lang="en-US" dirty="0"/>
              <a:t> </a:t>
            </a:r>
            <a:r>
              <a:rPr lang="en-US" dirty="0" err="1"/>
              <a:t>eilutėje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DF3CA79-289E-7547-B369-E31EA852763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75039" y="252144"/>
            <a:ext cx="681110" cy="778411"/>
          </a:xfrm>
          <a:prstGeom prst="rect">
            <a:avLst/>
          </a:prstGeom>
        </p:spPr>
      </p:pic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7F4D278-51F5-D14F-A97C-AC908F8528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4636" y="1682923"/>
            <a:ext cx="8261513" cy="330817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0" i="0" u="none" strike="noStrike">
                <a:effectLst/>
              </a:defRPr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ultricies</a:t>
            </a:r>
            <a:r>
              <a:rPr lang="en-US" dirty="0"/>
              <a:t> integer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facilisi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tempus </a:t>
            </a:r>
            <a:r>
              <a:rPr lang="en-US" dirty="0" err="1"/>
              <a:t>iaculis</a:t>
            </a:r>
            <a:r>
              <a:rPr lang="en-US" dirty="0"/>
              <a:t>. Arial, 18 pt.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0870F7F1-323C-6746-9C9E-419766E5B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98749" y="6421437"/>
            <a:ext cx="2057400" cy="365125"/>
          </a:xfrm>
          <a:prstGeom prst="rect">
            <a:avLst/>
          </a:prstGeom>
        </p:spPr>
        <p:txBody>
          <a:bodyPr tIns="46800" rIns="0"/>
          <a:lstStyle>
            <a:lvl1pPr algn="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29422C9-1E47-FC4B-AEE4-3DD6AA650B5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10038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rinio skaidrė _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2647A23-CE48-354C-804F-01223136743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12827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DF3CA79-289E-7547-B369-E31EA852763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75039" y="252144"/>
            <a:ext cx="681110" cy="778411"/>
          </a:xfrm>
          <a:prstGeom prst="rect">
            <a:avLst/>
          </a:prstGeom>
        </p:spPr>
      </p:pic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CCE9F64F-44D1-3B4E-9240-3BD03FFFBBD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4636" y="1682923"/>
            <a:ext cx="8261513" cy="330817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0" i="0" u="none" strike="noStrike">
                <a:effectLst/>
              </a:defRPr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ultricies</a:t>
            </a:r>
            <a:r>
              <a:rPr lang="en-US" dirty="0"/>
              <a:t> integer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facilisi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tempus </a:t>
            </a:r>
            <a:r>
              <a:rPr lang="en-US" dirty="0" err="1"/>
              <a:t>iaculis</a:t>
            </a:r>
            <a:r>
              <a:rPr lang="en-US" dirty="0"/>
              <a:t>. Arial, 18 pt.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87F67A23-B747-8441-B85B-89CCB7276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98749" y="6421437"/>
            <a:ext cx="2057400" cy="365125"/>
          </a:xfrm>
          <a:prstGeom prst="rect">
            <a:avLst/>
          </a:prstGeom>
        </p:spPr>
        <p:txBody>
          <a:bodyPr tIns="46800" rIns="0"/>
          <a:lstStyle>
            <a:lvl1pPr algn="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29422C9-1E47-FC4B-AEE4-3DD6AA650B5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0AAB6F54-1A9E-594B-BFD7-5192E6AD990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4636" y="204204"/>
            <a:ext cx="6353636" cy="91408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ts val="3240"/>
              </a:lnSpc>
              <a:buNone/>
              <a:defRPr sz="2800" b="1"/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lvl="0"/>
            <a:r>
              <a:rPr lang="en-US" dirty="0" err="1"/>
              <a:t>Skaidrės</a:t>
            </a:r>
            <a:r>
              <a:rPr lang="en-US" dirty="0"/>
              <a:t> </a:t>
            </a:r>
            <a:r>
              <a:rPr lang="en-US" dirty="0" err="1"/>
              <a:t>pavadinimas</a:t>
            </a:r>
            <a:r>
              <a:rPr lang="en-US" dirty="0"/>
              <a:t> per dvi </a:t>
            </a:r>
            <a:r>
              <a:rPr lang="en-US" dirty="0" err="1"/>
              <a:t>eilutes</a:t>
            </a:r>
            <a:r>
              <a:rPr lang="en-US" dirty="0"/>
              <a:t> (Arial Bold, 28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664505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otraukos skaidrė _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163DCC5-9B9D-4742-B1CF-DE6AAAC438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295900"/>
            <a:ext cx="9144000" cy="15621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64B7227-6E63-ED42-93C4-5734328A276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75039" y="5687744"/>
            <a:ext cx="681110" cy="778411"/>
          </a:xfrm>
          <a:prstGeom prst="rect">
            <a:avLst/>
          </a:prstGeom>
        </p:spPr>
      </p:pic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538F4E54-807A-E04D-96DC-A01F431D4D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4636" y="5594508"/>
            <a:ext cx="6158564" cy="4572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ts val="3240"/>
              </a:lnSpc>
              <a:buNone/>
              <a:defRPr sz="2000" b="1"/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lvl="0"/>
            <a:r>
              <a:rPr lang="en-US" dirty="0" err="1"/>
              <a:t>Renginio</a:t>
            </a:r>
            <a:r>
              <a:rPr lang="en-US" dirty="0"/>
              <a:t> </a:t>
            </a:r>
            <a:r>
              <a:rPr lang="en-US" dirty="0" err="1"/>
              <a:t>vieta</a:t>
            </a:r>
            <a:r>
              <a:rPr lang="en-US" dirty="0"/>
              <a:t> </a:t>
            </a:r>
            <a:r>
              <a:rPr lang="en-US" dirty="0" err="1"/>
              <a:t>ar</a:t>
            </a:r>
            <a:r>
              <a:rPr lang="en-US" dirty="0"/>
              <a:t> </a:t>
            </a:r>
            <a:r>
              <a:rPr lang="en-US" dirty="0" err="1"/>
              <a:t>pavadinimas</a:t>
            </a:r>
            <a:r>
              <a:rPr lang="en-US" dirty="0"/>
              <a:t> (Arial Bold, 20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ED3B809A-D148-C346-89D1-CC101517FD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4636" y="6143092"/>
            <a:ext cx="2297764" cy="4572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ts val="3240"/>
              </a:lnSpc>
              <a:buNone/>
              <a:defRPr sz="2000" b="0"/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lvl="0"/>
            <a:r>
              <a:rPr lang="en-US" dirty="0"/>
              <a:t>Data (Arial, 20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6FC630C-4B60-8042-82F0-6A37D41B1EF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9144000" cy="52959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6168405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otraukos skaidrė _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1080253-91D6-024B-81DF-E4AE9C2A3E1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349999"/>
            <a:ext cx="9144000" cy="508000"/>
          </a:xfrm>
          <a:prstGeom prst="rect">
            <a:avLst/>
          </a:prstGeom>
        </p:spPr>
      </p:pic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3516A138-7B6E-784E-A6E2-F1D12C2CAA6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-1"/>
            <a:ext cx="9144000" cy="634999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C52ECF2-549A-474D-8124-3A9A5717D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98749" y="6421437"/>
            <a:ext cx="2057400" cy="365125"/>
          </a:xfrm>
          <a:prstGeom prst="rect">
            <a:avLst/>
          </a:prstGeom>
        </p:spPr>
        <p:txBody>
          <a:bodyPr tIns="46800" rIns="0"/>
          <a:lstStyle>
            <a:lvl1pPr algn="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29422C9-1E47-FC4B-AEE4-3DD6AA650B5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44537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rmoji skaidrė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53604" y="2642615"/>
            <a:ext cx="4480560" cy="1508761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lnSpc>
                <a:spcPts val="4040"/>
              </a:lnSpc>
              <a:defRPr sz="3200" b="1" i="1">
                <a:solidFill>
                  <a:srgbClr val="00ADEF"/>
                </a:solidFill>
              </a:defRPr>
            </a:lvl1pPr>
          </a:lstStyle>
          <a:p>
            <a:r>
              <a:rPr lang="en-US" dirty="0" err="1"/>
              <a:t>Pristatymo</a:t>
            </a:r>
            <a:r>
              <a:rPr lang="en-US" dirty="0"/>
              <a:t> </a:t>
            </a:r>
            <a:r>
              <a:rPr lang="en-US" dirty="0" err="1"/>
              <a:t>pavadinimas</a:t>
            </a:r>
            <a:r>
              <a:rPr lang="en-US" dirty="0"/>
              <a:t> (Arial Bold, Italic, 28–32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E97D14A5-C17B-D34E-94C6-4A3C6BBB81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55264" y="5344668"/>
            <a:ext cx="5400885" cy="4709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>
              <a:buNone/>
              <a:defRPr sz="20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err="1"/>
              <a:t>Autorius</a:t>
            </a:r>
            <a:r>
              <a:rPr lang="en-US" dirty="0"/>
              <a:t> (-</a:t>
            </a:r>
            <a:r>
              <a:rPr lang="en-US" dirty="0" err="1"/>
              <a:t>iai</a:t>
            </a:r>
            <a:r>
              <a:rPr lang="en-US" dirty="0"/>
              <a:t>), Arial Bold, 20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298611AB-5810-1845-B6E4-72E4E795505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11349" y="5875020"/>
            <a:ext cx="2844800" cy="4709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>
              <a:buNone/>
              <a:defRPr sz="2000" b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Data, Arial 20 </a:t>
            </a:r>
            <a:r>
              <a:rPr lang="en-US" dirty="0" err="1"/>
              <a:t>pt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018600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rinio skaidrė _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12C84A4-78F8-8244-BE31-A47A2263E7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351407"/>
            <a:ext cx="9144000" cy="5065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EF1EE80-EE0D-FA48-9C0D-A9F4E53E805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75039" y="467627"/>
            <a:ext cx="681110" cy="778411"/>
          </a:xfrm>
          <a:prstGeom prst="rect">
            <a:avLst/>
          </a:prstGeom>
        </p:spPr>
      </p:pic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9B61ECF2-CC70-3E4C-A955-F518A6106F7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4636" y="351666"/>
            <a:ext cx="6353636" cy="91408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ts val="3240"/>
              </a:lnSpc>
              <a:buNone/>
              <a:defRPr sz="2800" b="1"/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lvl="0"/>
            <a:r>
              <a:rPr lang="en-US" dirty="0" err="1"/>
              <a:t>Skaidrės</a:t>
            </a:r>
            <a:r>
              <a:rPr lang="en-US" dirty="0"/>
              <a:t> </a:t>
            </a:r>
            <a:r>
              <a:rPr lang="en-US" dirty="0" err="1"/>
              <a:t>pavadinimas</a:t>
            </a:r>
            <a:r>
              <a:rPr lang="en-US" dirty="0"/>
              <a:t> per dvi </a:t>
            </a:r>
            <a:r>
              <a:rPr lang="en-US" dirty="0" err="1"/>
              <a:t>eilutes</a:t>
            </a:r>
            <a:r>
              <a:rPr lang="en-US" dirty="0"/>
              <a:t> (Arial Bold, 28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DEB08E81-09FB-674C-923C-FAF65DE773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4636" y="1376413"/>
            <a:ext cx="4307395" cy="73585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50000"/>
              </a:lnSpc>
              <a:buNone/>
              <a:defRPr sz="1400" b="0"/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lvl="0"/>
            <a:r>
              <a:rPr lang="en-US" dirty="0" err="1"/>
              <a:t>Papildomas</a:t>
            </a:r>
            <a:r>
              <a:rPr lang="en-US" dirty="0"/>
              <a:t> </a:t>
            </a:r>
            <a:r>
              <a:rPr lang="en-US" dirty="0" err="1"/>
              <a:t>arba</a:t>
            </a:r>
            <a:r>
              <a:rPr lang="en-US" dirty="0"/>
              <a:t> </a:t>
            </a:r>
            <a:r>
              <a:rPr lang="en-US" dirty="0" err="1"/>
              <a:t>paaiškinamasis</a:t>
            </a:r>
            <a:r>
              <a:rPr lang="en-US" dirty="0"/>
              <a:t> </a:t>
            </a:r>
            <a:r>
              <a:rPr lang="en-US" dirty="0" err="1"/>
              <a:t>skaidrės</a:t>
            </a:r>
            <a:r>
              <a:rPr lang="en-US" dirty="0"/>
              <a:t> </a:t>
            </a:r>
            <a:r>
              <a:rPr lang="en-US" dirty="0" err="1"/>
              <a:t>tekstas</a:t>
            </a:r>
            <a:r>
              <a:rPr lang="en-US" dirty="0"/>
              <a:t>, </a:t>
            </a:r>
            <a:r>
              <a:rPr lang="en-US" dirty="0" err="1"/>
              <a:t>besitęsiantis</a:t>
            </a:r>
            <a:r>
              <a:rPr lang="en-US" dirty="0"/>
              <a:t> per dvi </a:t>
            </a:r>
            <a:r>
              <a:rPr lang="en-US" dirty="0" err="1"/>
              <a:t>eilutes</a:t>
            </a:r>
            <a:r>
              <a:rPr lang="en-US" dirty="0"/>
              <a:t> (Arial, 14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FCF5DF8B-65F6-F344-BFF0-319134C6860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4636" y="2610023"/>
            <a:ext cx="8261513" cy="330817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0" i="0" u="none" strike="noStrike" smtClean="0">
                <a:effectLst/>
              </a:defRPr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ultricies</a:t>
            </a:r>
            <a:r>
              <a:rPr lang="en-US" dirty="0"/>
              <a:t> integer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facilisi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tempus </a:t>
            </a:r>
            <a:r>
              <a:rPr lang="en-US" dirty="0" err="1"/>
              <a:t>iaculis</a:t>
            </a:r>
            <a:r>
              <a:rPr lang="en-US" dirty="0"/>
              <a:t>. Arial, 18 pt.</a:t>
            </a: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DD401ECE-B96E-9A4B-89FD-3289E1630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98749" y="6421437"/>
            <a:ext cx="2057400" cy="365125"/>
          </a:xfrm>
          <a:prstGeom prst="rect">
            <a:avLst/>
          </a:prstGeom>
        </p:spPr>
        <p:txBody>
          <a:bodyPr tIns="46800" rIns="0"/>
          <a:lstStyle>
            <a:lvl1pPr algn="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29422C9-1E47-FC4B-AEE4-3DD6AA650B5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02907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urinio skaidrė _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0DF3CA79-289E-7547-B369-E31EA852763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75039" y="252144"/>
            <a:ext cx="681110" cy="778411"/>
          </a:xfrm>
          <a:prstGeom prst="rect">
            <a:avLst/>
          </a:prstGeom>
        </p:spPr>
      </p:pic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7F4D278-51F5-D14F-A97C-AC908F8528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4636" y="1682923"/>
            <a:ext cx="8261513" cy="330817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0" i="0" u="none" strike="noStrike">
                <a:effectLst/>
              </a:defRPr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ultricies</a:t>
            </a:r>
            <a:r>
              <a:rPr lang="en-US" dirty="0"/>
              <a:t> integer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facilisi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tempus </a:t>
            </a:r>
            <a:r>
              <a:rPr lang="en-US" dirty="0" err="1"/>
              <a:t>iaculis</a:t>
            </a:r>
            <a:r>
              <a:rPr lang="en-US" dirty="0"/>
              <a:t>. Arial, 18 pt.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035FC413-2DB8-6F43-A365-C3AE16F9BC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4636" y="184309"/>
            <a:ext cx="6742764" cy="91408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ts val="3240"/>
              </a:lnSpc>
              <a:buNone/>
              <a:defRPr sz="2800" b="1"/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lvl="0"/>
            <a:r>
              <a:rPr lang="en-US" dirty="0" err="1"/>
              <a:t>Skaidrės</a:t>
            </a:r>
            <a:r>
              <a:rPr lang="en-US" dirty="0"/>
              <a:t> </a:t>
            </a:r>
            <a:r>
              <a:rPr lang="en-US" dirty="0" err="1"/>
              <a:t>pavadinimas</a:t>
            </a:r>
            <a:r>
              <a:rPr lang="en-US" dirty="0"/>
              <a:t> </a:t>
            </a:r>
            <a:r>
              <a:rPr lang="en-US" dirty="0" err="1"/>
              <a:t>vienoje</a:t>
            </a:r>
            <a:r>
              <a:rPr lang="en-US" dirty="0"/>
              <a:t> </a:t>
            </a:r>
            <a:r>
              <a:rPr lang="en-US" dirty="0" err="1"/>
              <a:t>eilutėje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C08487-92E9-9544-955A-B4CB3EA0ACA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351407"/>
            <a:ext cx="9144000" cy="506593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23B73FE-05CD-8C4E-9BAA-41088966C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98749" y="6421437"/>
            <a:ext cx="2057400" cy="365125"/>
          </a:xfrm>
          <a:prstGeom prst="rect">
            <a:avLst/>
          </a:prstGeom>
        </p:spPr>
        <p:txBody>
          <a:bodyPr tIns="46800" rIns="0"/>
          <a:lstStyle>
            <a:lvl1pPr algn="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29422C9-1E47-FC4B-AEE4-3DD6AA650B5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847390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rinio skaidrė _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D5149EB-C88F-334F-A3B1-C87AD6D4EAD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553"/>
            <a:ext cx="9144000" cy="1279147"/>
          </a:xfrm>
          <a:prstGeom prst="rect">
            <a:avLst/>
          </a:prstGeom>
        </p:spPr>
      </p:pic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5796E10E-2855-B645-9157-69ABD0AF6E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4636" y="184309"/>
            <a:ext cx="6742764" cy="91408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ts val="3240"/>
              </a:lnSpc>
              <a:buNone/>
              <a:defRPr sz="2800" b="1"/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lvl="0"/>
            <a:r>
              <a:rPr lang="en-US" dirty="0" err="1"/>
              <a:t>Skaidrės</a:t>
            </a:r>
            <a:r>
              <a:rPr lang="en-US" dirty="0"/>
              <a:t> </a:t>
            </a:r>
            <a:r>
              <a:rPr lang="en-US" dirty="0" err="1"/>
              <a:t>pavadinimas</a:t>
            </a:r>
            <a:r>
              <a:rPr lang="en-US" dirty="0"/>
              <a:t> </a:t>
            </a:r>
            <a:r>
              <a:rPr lang="en-US" dirty="0" err="1"/>
              <a:t>vienoje</a:t>
            </a:r>
            <a:r>
              <a:rPr lang="en-US" dirty="0"/>
              <a:t> </a:t>
            </a:r>
            <a:r>
              <a:rPr lang="en-US" dirty="0" err="1"/>
              <a:t>eilutėje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DF3CA79-289E-7547-B369-E31EA852763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75039" y="252144"/>
            <a:ext cx="681110" cy="778411"/>
          </a:xfrm>
          <a:prstGeom prst="rect">
            <a:avLst/>
          </a:prstGeom>
        </p:spPr>
      </p:pic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7F4D278-51F5-D14F-A97C-AC908F8528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4636" y="1682923"/>
            <a:ext cx="8261513" cy="330817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0" i="0" u="none" strike="noStrike">
                <a:effectLst/>
              </a:defRPr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ultricies</a:t>
            </a:r>
            <a:r>
              <a:rPr lang="en-US" dirty="0"/>
              <a:t> integer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facilisi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tempus </a:t>
            </a:r>
            <a:r>
              <a:rPr lang="en-US" dirty="0" err="1"/>
              <a:t>iaculis</a:t>
            </a:r>
            <a:r>
              <a:rPr lang="en-US" dirty="0"/>
              <a:t>. Arial, 18 pt.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0870F7F1-323C-6746-9C9E-419766E5B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98749" y="6421437"/>
            <a:ext cx="2057400" cy="365125"/>
          </a:xfrm>
          <a:prstGeom prst="rect">
            <a:avLst/>
          </a:prstGeom>
        </p:spPr>
        <p:txBody>
          <a:bodyPr tIns="46800" rIns="0"/>
          <a:lstStyle>
            <a:lvl1pPr algn="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29422C9-1E47-FC4B-AEE4-3DD6AA650B5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935196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rinio skaidrė _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836F0A7-7284-F345-B502-3DC460B9F6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553"/>
            <a:ext cx="9144000" cy="127914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DF3CA79-289E-7547-B369-E31EA852763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75039" y="252144"/>
            <a:ext cx="681110" cy="778411"/>
          </a:xfrm>
          <a:prstGeom prst="rect">
            <a:avLst/>
          </a:prstGeom>
        </p:spPr>
      </p:pic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CCE9F64F-44D1-3B4E-9240-3BD03FFFBBD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4636" y="1682923"/>
            <a:ext cx="8261513" cy="330817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0" i="0" u="none" strike="noStrike">
                <a:effectLst/>
              </a:defRPr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ultricies</a:t>
            </a:r>
            <a:r>
              <a:rPr lang="en-US" dirty="0"/>
              <a:t> integer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facilisi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tempus </a:t>
            </a:r>
            <a:r>
              <a:rPr lang="en-US" dirty="0" err="1"/>
              <a:t>iaculis</a:t>
            </a:r>
            <a:r>
              <a:rPr lang="en-US" dirty="0"/>
              <a:t>. Arial, 18 pt.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87F67A23-B747-8441-B85B-89CCB7276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98749" y="6421437"/>
            <a:ext cx="2057400" cy="365125"/>
          </a:xfrm>
          <a:prstGeom prst="rect">
            <a:avLst/>
          </a:prstGeom>
        </p:spPr>
        <p:txBody>
          <a:bodyPr tIns="46800" rIns="0"/>
          <a:lstStyle>
            <a:lvl1pPr algn="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29422C9-1E47-FC4B-AEE4-3DD6AA650B5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0AAB6F54-1A9E-594B-BFD7-5192E6AD990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4636" y="204204"/>
            <a:ext cx="6353636" cy="91408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ts val="3240"/>
              </a:lnSpc>
              <a:buNone/>
              <a:defRPr sz="2800" b="1"/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lvl="0"/>
            <a:r>
              <a:rPr lang="en-US" dirty="0" err="1"/>
              <a:t>Skaidrės</a:t>
            </a:r>
            <a:r>
              <a:rPr lang="en-US" dirty="0"/>
              <a:t> </a:t>
            </a:r>
            <a:r>
              <a:rPr lang="en-US" dirty="0" err="1"/>
              <a:t>pavadinimas</a:t>
            </a:r>
            <a:r>
              <a:rPr lang="en-US" dirty="0"/>
              <a:t> per dvi </a:t>
            </a:r>
            <a:r>
              <a:rPr lang="en-US" dirty="0" err="1"/>
              <a:t>eilutes</a:t>
            </a:r>
            <a:r>
              <a:rPr lang="en-US" dirty="0"/>
              <a:t> (Arial Bold, 28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1356618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otraukos skaidrė _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10185529-C9EA-4244-91E2-F8067797BB4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298062"/>
            <a:ext cx="9144000" cy="155777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64B7227-6E63-ED42-93C4-5734328A276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75039" y="5687744"/>
            <a:ext cx="681110" cy="778411"/>
          </a:xfrm>
          <a:prstGeom prst="rect">
            <a:avLst/>
          </a:prstGeom>
        </p:spPr>
      </p:pic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538F4E54-807A-E04D-96DC-A01F431D4D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4636" y="5594508"/>
            <a:ext cx="6158564" cy="4572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ts val="3240"/>
              </a:lnSpc>
              <a:buNone/>
              <a:defRPr sz="2000" b="1"/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lvl="0"/>
            <a:r>
              <a:rPr lang="en-US" dirty="0" err="1"/>
              <a:t>Renginio</a:t>
            </a:r>
            <a:r>
              <a:rPr lang="en-US" dirty="0"/>
              <a:t> </a:t>
            </a:r>
            <a:r>
              <a:rPr lang="en-US" dirty="0" err="1"/>
              <a:t>vieta</a:t>
            </a:r>
            <a:r>
              <a:rPr lang="en-US" dirty="0"/>
              <a:t> </a:t>
            </a:r>
            <a:r>
              <a:rPr lang="en-US" dirty="0" err="1"/>
              <a:t>ar</a:t>
            </a:r>
            <a:r>
              <a:rPr lang="en-US" dirty="0"/>
              <a:t> </a:t>
            </a:r>
            <a:r>
              <a:rPr lang="en-US" dirty="0" err="1"/>
              <a:t>pavadinimas</a:t>
            </a:r>
            <a:r>
              <a:rPr lang="en-US" dirty="0"/>
              <a:t> (Arial Bold, 20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ED3B809A-D148-C346-89D1-CC101517FD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4636" y="6143092"/>
            <a:ext cx="2297764" cy="4572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ts val="3240"/>
              </a:lnSpc>
              <a:buNone/>
              <a:defRPr sz="2000" b="0"/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lvl="0"/>
            <a:r>
              <a:rPr lang="en-US" dirty="0"/>
              <a:t>Data (Arial, 20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6FC630C-4B60-8042-82F0-6A37D41B1EF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9144000" cy="52959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0346845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otraukos skaidrė _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3516A138-7B6E-784E-A6E2-F1D12C2CAA6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-1"/>
            <a:ext cx="9144000" cy="634999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403D56-35D8-B146-A11A-E688D8491B8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351407"/>
            <a:ext cx="9144000" cy="506593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F656C65-F085-A14E-A5D6-AE100538A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98749" y="6421437"/>
            <a:ext cx="2057400" cy="365125"/>
          </a:xfrm>
          <a:prstGeom prst="rect">
            <a:avLst/>
          </a:prstGeom>
        </p:spPr>
        <p:txBody>
          <a:bodyPr tIns="46800" rIns="0"/>
          <a:lstStyle>
            <a:lvl1pPr algn="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29422C9-1E47-FC4B-AEE4-3DD6AA650B5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164818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rmoji skaidrė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53604" y="2642615"/>
            <a:ext cx="4480560" cy="1508761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lnSpc>
                <a:spcPts val="4040"/>
              </a:lnSpc>
              <a:defRPr sz="3200" b="1" i="1">
                <a:solidFill>
                  <a:srgbClr val="008DB0"/>
                </a:solidFill>
              </a:defRPr>
            </a:lvl1pPr>
          </a:lstStyle>
          <a:p>
            <a:r>
              <a:rPr lang="en-US" dirty="0" err="1"/>
              <a:t>Pristatymo</a:t>
            </a:r>
            <a:r>
              <a:rPr lang="en-US" dirty="0"/>
              <a:t> </a:t>
            </a:r>
            <a:r>
              <a:rPr lang="en-US" dirty="0" err="1"/>
              <a:t>pavadinimas</a:t>
            </a:r>
            <a:r>
              <a:rPr lang="en-US" dirty="0"/>
              <a:t> (Arial Bold, Italic, 28–32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E97D14A5-C17B-D34E-94C6-4A3C6BBB81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55264" y="5344668"/>
            <a:ext cx="5400885" cy="4709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>
              <a:buNone/>
              <a:defRPr sz="20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err="1"/>
              <a:t>Autorius</a:t>
            </a:r>
            <a:r>
              <a:rPr lang="en-US" dirty="0"/>
              <a:t> (-</a:t>
            </a:r>
            <a:r>
              <a:rPr lang="en-US" dirty="0" err="1"/>
              <a:t>iai</a:t>
            </a:r>
            <a:r>
              <a:rPr lang="en-US" dirty="0"/>
              <a:t>), Arial Bold, 20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298611AB-5810-1845-B6E4-72E4E795505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11349" y="5875020"/>
            <a:ext cx="2844800" cy="4709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>
              <a:buNone/>
              <a:defRPr sz="2000" b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Data, Arial 20 </a:t>
            </a:r>
            <a:r>
              <a:rPr lang="en-US" dirty="0" err="1"/>
              <a:t>pt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99817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rinio skaidrė _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1EB1B0F-1F9A-3948-9AF9-1A7BD75D365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350000"/>
            <a:ext cx="9144000" cy="50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EF1EE80-EE0D-FA48-9C0D-A9F4E53E805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75039" y="467627"/>
            <a:ext cx="681110" cy="778411"/>
          </a:xfrm>
          <a:prstGeom prst="rect">
            <a:avLst/>
          </a:prstGeom>
        </p:spPr>
      </p:pic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9B61ECF2-CC70-3E4C-A955-F518A6106F7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4636" y="351666"/>
            <a:ext cx="6353636" cy="91408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ts val="3240"/>
              </a:lnSpc>
              <a:buNone/>
              <a:defRPr sz="2800" b="1"/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lvl="0"/>
            <a:r>
              <a:rPr lang="en-US" dirty="0" err="1"/>
              <a:t>Skaidrės</a:t>
            </a:r>
            <a:r>
              <a:rPr lang="en-US" dirty="0"/>
              <a:t> </a:t>
            </a:r>
            <a:r>
              <a:rPr lang="en-US" dirty="0" err="1"/>
              <a:t>pavadinimas</a:t>
            </a:r>
            <a:r>
              <a:rPr lang="en-US" dirty="0"/>
              <a:t> per dvi </a:t>
            </a:r>
            <a:r>
              <a:rPr lang="en-US" dirty="0" err="1"/>
              <a:t>eilutes</a:t>
            </a:r>
            <a:r>
              <a:rPr lang="en-US" dirty="0"/>
              <a:t> (Arial Bold, 28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DEB08E81-09FB-674C-923C-FAF65DE773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4636" y="1376413"/>
            <a:ext cx="4307395" cy="73585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50000"/>
              </a:lnSpc>
              <a:buNone/>
              <a:defRPr sz="1400" b="0"/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lvl="0"/>
            <a:r>
              <a:rPr lang="en-US" dirty="0" err="1"/>
              <a:t>Papildomas</a:t>
            </a:r>
            <a:r>
              <a:rPr lang="en-US" dirty="0"/>
              <a:t> </a:t>
            </a:r>
            <a:r>
              <a:rPr lang="en-US" dirty="0" err="1"/>
              <a:t>arba</a:t>
            </a:r>
            <a:r>
              <a:rPr lang="en-US" dirty="0"/>
              <a:t> </a:t>
            </a:r>
            <a:r>
              <a:rPr lang="en-US" dirty="0" err="1"/>
              <a:t>paaiškinamasis</a:t>
            </a:r>
            <a:r>
              <a:rPr lang="en-US" dirty="0"/>
              <a:t> </a:t>
            </a:r>
            <a:r>
              <a:rPr lang="en-US" dirty="0" err="1"/>
              <a:t>skaidrės</a:t>
            </a:r>
            <a:r>
              <a:rPr lang="en-US" dirty="0"/>
              <a:t> </a:t>
            </a:r>
            <a:r>
              <a:rPr lang="en-US" dirty="0" err="1"/>
              <a:t>tekstas</a:t>
            </a:r>
            <a:r>
              <a:rPr lang="en-US" dirty="0"/>
              <a:t>, </a:t>
            </a:r>
            <a:r>
              <a:rPr lang="en-US" dirty="0" err="1"/>
              <a:t>besitęsiantis</a:t>
            </a:r>
            <a:r>
              <a:rPr lang="en-US" dirty="0"/>
              <a:t> per dvi </a:t>
            </a:r>
            <a:r>
              <a:rPr lang="en-US" dirty="0" err="1"/>
              <a:t>eilutes</a:t>
            </a:r>
            <a:r>
              <a:rPr lang="en-US" dirty="0"/>
              <a:t> (Arial, 14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FCF5DF8B-65F6-F344-BFF0-319134C6860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4636" y="2610023"/>
            <a:ext cx="8261513" cy="330817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0" i="0" u="none" strike="noStrike" smtClean="0">
                <a:effectLst/>
              </a:defRPr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ultricies</a:t>
            </a:r>
            <a:r>
              <a:rPr lang="en-US" dirty="0"/>
              <a:t> integer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facilisi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tempus </a:t>
            </a:r>
            <a:r>
              <a:rPr lang="en-US" dirty="0" err="1"/>
              <a:t>iaculis</a:t>
            </a:r>
            <a:r>
              <a:rPr lang="en-US" dirty="0"/>
              <a:t>. Arial, 18 pt.</a:t>
            </a: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DD401ECE-B96E-9A4B-89FD-3289E1630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98749" y="6421437"/>
            <a:ext cx="2057400" cy="365125"/>
          </a:xfrm>
          <a:prstGeom prst="rect">
            <a:avLst/>
          </a:prstGeom>
        </p:spPr>
        <p:txBody>
          <a:bodyPr tIns="46800" rIns="0"/>
          <a:lstStyle>
            <a:lvl1pPr algn="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29422C9-1E47-FC4B-AEE4-3DD6AA650B5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335557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urinio skaidrė _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0DF3CA79-289E-7547-B369-E31EA852763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75039" y="252144"/>
            <a:ext cx="681110" cy="778411"/>
          </a:xfrm>
          <a:prstGeom prst="rect">
            <a:avLst/>
          </a:prstGeom>
        </p:spPr>
      </p:pic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7F4D278-51F5-D14F-A97C-AC908F8528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4636" y="1682923"/>
            <a:ext cx="8261513" cy="330817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0" i="0" u="none" strike="noStrike">
                <a:effectLst/>
              </a:defRPr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ultricies</a:t>
            </a:r>
            <a:r>
              <a:rPr lang="en-US" dirty="0"/>
              <a:t> integer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facilisi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tempus </a:t>
            </a:r>
            <a:r>
              <a:rPr lang="en-US" dirty="0" err="1"/>
              <a:t>iaculis</a:t>
            </a:r>
            <a:r>
              <a:rPr lang="en-US" dirty="0"/>
              <a:t>. Arial, 18 pt.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035FC413-2DB8-6F43-A365-C3AE16F9BC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4636" y="184309"/>
            <a:ext cx="6742764" cy="91408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ts val="3240"/>
              </a:lnSpc>
              <a:buNone/>
              <a:defRPr sz="2800" b="1"/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lvl="0"/>
            <a:r>
              <a:rPr lang="en-US" dirty="0" err="1"/>
              <a:t>Skaidrės</a:t>
            </a:r>
            <a:r>
              <a:rPr lang="en-US" dirty="0"/>
              <a:t> </a:t>
            </a:r>
            <a:r>
              <a:rPr lang="en-US" dirty="0" err="1"/>
              <a:t>pavadinimas</a:t>
            </a:r>
            <a:r>
              <a:rPr lang="en-US" dirty="0"/>
              <a:t> </a:t>
            </a:r>
            <a:r>
              <a:rPr lang="en-US" dirty="0" err="1"/>
              <a:t>vienoje</a:t>
            </a:r>
            <a:r>
              <a:rPr lang="en-US" dirty="0"/>
              <a:t> </a:t>
            </a:r>
            <a:r>
              <a:rPr lang="en-US" dirty="0" err="1"/>
              <a:t>eilutėje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9C25990-743B-AD40-B021-C295DF484A1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350000"/>
            <a:ext cx="9144000" cy="508000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929770B-7A7A-D744-A094-50A2F8314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98749" y="6421437"/>
            <a:ext cx="2057400" cy="365125"/>
          </a:xfrm>
          <a:prstGeom prst="rect">
            <a:avLst/>
          </a:prstGeom>
        </p:spPr>
        <p:txBody>
          <a:bodyPr tIns="46800" rIns="0"/>
          <a:lstStyle>
            <a:lvl1pPr algn="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29422C9-1E47-FC4B-AEE4-3DD6AA650B5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23082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rinio skaidrė _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E7BE3F6-10B0-5648-A984-F16963A5D7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553"/>
            <a:ext cx="9144000" cy="1282700"/>
          </a:xfrm>
          <a:prstGeom prst="rect">
            <a:avLst/>
          </a:prstGeom>
        </p:spPr>
      </p:pic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5796E10E-2855-B645-9157-69ABD0AF6E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4636" y="184309"/>
            <a:ext cx="6742764" cy="91408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ts val="3240"/>
              </a:lnSpc>
              <a:buNone/>
              <a:defRPr sz="2800" b="1"/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lvl="0"/>
            <a:r>
              <a:rPr lang="en-US" dirty="0" err="1"/>
              <a:t>Skaidrės</a:t>
            </a:r>
            <a:r>
              <a:rPr lang="en-US" dirty="0"/>
              <a:t> </a:t>
            </a:r>
            <a:r>
              <a:rPr lang="en-US" dirty="0" err="1"/>
              <a:t>pavadinimas</a:t>
            </a:r>
            <a:r>
              <a:rPr lang="en-US" dirty="0"/>
              <a:t> </a:t>
            </a:r>
            <a:r>
              <a:rPr lang="en-US" dirty="0" err="1"/>
              <a:t>vienoje</a:t>
            </a:r>
            <a:r>
              <a:rPr lang="en-US" dirty="0"/>
              <a:t> </a:t>
            </a:r>
            <a:r>
              <a:rPr lang="en-US" dirty="0" err="1"/>
              <a:t>eilutėje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DF3CA79-289E-7547-B369-E31EA852763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75039" y="252144"/>
            <a:ext cx="681110" cy="778411"/>
          </a:xfrm>
          <a:prstGeom prst="rect">
            <a:avLst/>
          </a:prstGeom>
        </p:spPr>
      </p:pic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7F4D278-51F5-D14F-A97C-AC908F8528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4636" y="1682923"/>
            <a:ext cx="8261513" cy="330817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0" i="0" u="none" strike="noStrike">
                <a:effectLst/>
              </a:defRPr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ultricies</a:t>
            </a:r>
            <a:r>
              <a:rPr lang="en-US" dirty="0"/>
              <a:t> integer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facilisi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tempus </a:t>
            </a:r>
            <a:r>
              <a:rPr lang="en-US" dirty="0" err="1"/>
              <a:t>iaculis</a:t>
            </a:r>
            <a:r>
              <a:rPr lang="en-US" dirty="0"/>
              <a:t>. Arial, 18 pt.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0870F7F1-323C-6746-9C9E-419766E5B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98749" y="6421437"/>
            <a:ext cx="2057400" cy="365125"/>
          </a:xfrm>
          <a:prstGeom prst="rect">
            <a:avLst/>
          </a:prstGeom>
        </p:spPr>
        <p:txBody>
          <a:bodyPr tIns="46800" rIns="0"/>
          <a:lstStyle>
            <a:lvl1pPr algn="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29422C9-1E47-FC4B-AEE4-3DD6AA650B5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09877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rinio skaidrė _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3FD821A-0CFF-984D-938E-39023A44267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553"/>
            <a:ext cx="9144000" cy="12827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DF3CA79-289E-7547-B369-E31EA852763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75039" y="252144"/>
            <a:ext cx="681110" cy="778411"/>
          </a:xfrm>
          <a:prstGeom prst="rect">
            <a:avLst/>
          </a:prstGeom>
        </p:spPr>
      </p:pic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CCE9F64F-44D1-3B4E-9240-3BD03FFFBBD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4636" y="1682923"/>
            <a:ext cx="8261513" cy="330817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0" i="0" u="none" strike="noStrike">
                <a:effectLst/>
              </a:defRPr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ultricies</a:t>
            </a:r>
            <a:r>
              <a:rPr lang="en-US" dirty="0"/>
              <a:t> integer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facilisi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tempus </a:t>
            </a:r>
            <a:r>
              <a:rPr lang="en-US" dirty="0" err="1"/>
              <a:t>iaculis</a:t>
            </a:r>
            <a:r>
              <a:rPr lang="en-US" dirty="0"/>
              <a:t>. Arial, 18 pt.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87F67A23-B747-8441-B85B-89CCB7276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98749" y="6421437"/>
            <a:ext cx="2057400" cy="365125"/>
          </a:xfrm>
          <a:prstGeom prst="rect">
            <a:avLst/>
          </a:prstGeom>
        </p:spPr>
        <p:txBody>
          <a:bodyPr tIns="46800" rIns="0"/>
          <a:lstStyle>
            <a:lvl1pPr algn="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29422C9-1E47-FC4B-AEE4-3DD6AA650B5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0AAB6F54-1A9E-594B-BFD7-5192E6AD990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4636" y="204204"/>
            <a:ext cx="6353636" cy="91408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ts val="3240"/>
              </a:lnSpc>
              <a:buNone/>
              <a:defRPr sz="2800" b="1"/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lvl="0"/>
            <a:r>
              <a:rPr lang="en-US" dirty="0" err="1"/>
              <a:t>Skaidrės</a:t>
            </a:r>
            <a:r>
              <a:rPr lang="en-US" dirty="0"/>
              <a:t> </a:t>
            </a:r>
            <a:r>
              <a:rPr lang="en-US" dirty="0" err="1"/>
              <a:t>pavadinimas</a:t>
            </a:r>
            <a:r>
              <a:rPr lang="en-US" dirty="0"/>
              <a:t> per dvi </a:t>
            </a:r>
            <a:r>
              <a:rPr lang="en-US" dirty="0" err="1"/>
              <a:t>eilutes</a:t>
            </a:r>
            <a:r>
              <a:rPr lang="en-US" dirty="0"/>
              <a:t> (Arial Bold, 28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4863209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otraukos skaidrė _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54E7851-715F-264B-BFA2-0017DF165BE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295900"/>
            <a:ext cx="9144000" cy="15621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64B7227-6E63-ED42-93C4-5734328A276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75039" y="5687744"/>
            <a:ext cx="681110" cy="778411"/>
          </a:xfrm>
          <a:prstGeom prst="rect">
            <a:avLst/>
          </a:prstGeom>
        </p:spPr>
      </p:pic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538F4E54-807A-E04D-96DC-A01F431D4D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4636" y="5594508"/>
            <a:ext cx="6158564" cy="4572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ts val="3240"/>
              </a:lnSpc>
              <a:buNone/>
              <a:defRPr sz="2000" b="1"/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lvl="0"/>
            <a:r>
              <a:rPr lang="en-US" dirty="0" err="1"/>
              <a:t>Renginio</a:t>
            </a:r>
            <a:r>
              <a:rPr lang="en-US" dirty="0"/>
              <a:t> </a:t>
            </a:r>
            <a:r>
              <a:rPr lang="en-US" dirty="0" err="1"/>
              <a:t>vieta</a:t>
            </a:r>
            <a:r>
              <a:rPr lang="en-US" dirty="0"/>
              <a:t> </a:t>
            </a:r>
            <a:r>
              <a:rPr lang="en-US" dirty="0" err="1"/>
              <a:t>ar</a:t>
            </a:r>
            <a:r>
              <a:rPr lang="en-US" dirty="0"/>
              <a:t> </a:t>
            </a:r>
            <a:r>
              <a:rPr lang="en-US" dirty="0" err="1"/>
              <a:t>pavadinimas</a:t>
            </a:r>
            <a:r>
              <a:rPr lang="en-US" dirty="0"/>
              <a:t> (Arial Bold, 20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ED3B809A-D148-C346-89D1-CC101517FD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4636" y="6143092"/>
            <a:ext cx="2297764" cy="4572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ts val="3240"/>
              </a:lnSpc>
              <a:buNone/>
              <a:defRPr sz="2000" b="0"/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lvl="0"/>
            <a:r>
              <a:rPr lang="en-US" dirty="0"/>
              <a:t>Data (Arial, 20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6FC630C-4B60-8042-82F0-6A37D41B1EF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9144000" cy="52959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015012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otraukos skaidrė _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3516A138-7B6E-784E-A6E2-F1D12C2CAA6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-1"/>
            <a:ext cx="9144000" cy="634999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A71B8D-3478-DC44-90DE-CAD31E9C19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350000"/>
            <a:ext cx="9144000" cy="508000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5C758F3-2707-7E4A-A893-F2B6A856E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98749" y="6421437"/>
            <a:ext cx="2057400" cy="365125"/>
          </a:xfrm>
          <a:prstGeom prst="rect">
            <a:avLst/>
          </a:prstGeom>
        </p:spPr>
        <p:txBody>
          <a:bodyPr tIns="46800" rIns="0"/>
          <a:lstStyle>
            <a:lvl1pPr algn="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29422C9-1E47-FC4B-AEE4-3DD6AA650B5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509908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rmoji skaidrė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53604" y="2642615"/>
            <a:ext cx="4480560" cy="1508761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lnSpc>
                <a:spcPts val="4040"/>
              </a:lnSpc>
              <a:defRPr sz="3200" b="1" i="1">
                <a:solidFill>
                  <a:srgbClr val="FFF200"/>
                </a:solidFill>
              </a:defRPr>
            </a:lvl1pPr>
          </a:lstStyle>
          <a:p>
            <a:r>
              <a:rPr lang="en-US" dirty="0" err="1"/>
              <a:t>Pristatymo</a:t>
            </a:r>
            <a:r>
              <a:rPr lang="en-US" dirty="0"/>
              <a:t> </a:t>
            </a:r>
            <a:r>
              <a:rPr lang="en-US" dirty="0" err="1"/>
              <a:t>pavadinimas</a:t>
            </a:r>
            <a:r>
              <a:rPr lang="en-US" dirty="0"/>
              <a:t> (Arial Bold, Italic, 28–32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E97D14A5-C17B-D34E-94C6-4A3C6BBB81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55264" y="5344668"/>
            <a:ext cx="5400885" cy="4709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>
              <a:buNone/>
              <a:defRPr sz="20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err="1"/>
              <a:t>Autorius</a:t>
            </a:r>
            <a:r>
              <a:rPr lang="en-US" dirty="0"/>
              <a:t> (-</a:t>
            </a:r>
            <a:r>
              <a:rPr lang="en-US" dirty="0" err="1"/>
              <a:t>iai</a:t>
            </a:r>
            <a:r>
              <a:rPr lang="en-US" dirty="0"/>
              <a:t>), Arial Bold, 20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298611AB-5810-1845-B6E4-72E4E795505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11349" y="5875020"/>
            <a:ext cx="2844800" cy="4709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>
              <a:buNone/>
              <a:defRPr sz="2000" b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Data, Arial 20 </a:t>
            </a:r>
            <a:r>
              <a:rPr lang="en-US" dirty="0" err="1"/>
              <a:t>pt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199111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rinio skaidrė _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C173C34-2960-D145-AB41-31D41D89B02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351407"/>
            <a:ext cx="9144000" cy="50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EF1EE80-EE0D-FA48-9C0D-A9F4E53E805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75039" y="467627"/>
            <a:ext cx="681110" cy="778411"/>
          </a:xfrm>
          <a:prstGeom prst="rect">
            <a:avLst/>
          </a:prstGeom>
        </p:spPr>
      </p:pic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9B61ECF2-CC70-3E4C-A955-F518A6106F7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4636" y="351666"/>
            <a:ext cx="6353636" cy="91408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ts val="3240"/>
              </a:lnSpc>
              <a:buNone/>
              <a:defRPr sz="2800" b="1"/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lvl="0"/>
            <a:r>
              <a:rPr lang="en-US" dirty="0" err="1"/>
              <a:t>Skaidrės</a:t>
            </a:r>
            <a:r>
              <a:rPr lang="en-US" dirty="0"/>
              <a:t> </a:t>
            </a:r>
            <a:r>
              <a:rPr lang="en-US" dirty="0" err="1"/>
              <a:t>pavadinimas</a:t>
            </a:r>
            <a:r>
              <a:rPr lang="en-US" dirty="0"/>
              <a:t> per dvi </a:t>
            </a:r>
            <a:r>
              <a:rPr lang="en-US" dirty="0" err="1"/>
              <a:t>eilutes</a:t>
            </a:r>
            <a:r>
              <a:rPr lang="en-US" dirty="0"/>
              <a:t> (Arial Bold, 28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DEB08E81-09FB-674C-923C-FAF65DE773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4636" y="1376413"/>
            <a:ext cx="4307395" cy="73585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50000"/>
              </a:lnSpc>
              <a:buNone/>
              <a:defRPr sz="1400" b="0"/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lvl="0"/>
            <a:r>
              <a:rPr lang="en-US" dirty="0" err="1"/>
              <a:t>Papildomas</a:t>
            </a:r>
            <a:r>
              <a:rPr lang="en-US" dirty="0"/>
              <a:t> </a:t>
            </a:r>
            <a:r>
              <a:rPr lang="en-US" dirty="0" err="1"/>
              <a:t>arba</a:t>
            </a:r>
            <a:r>
              <a:rPr lang="en-US" dirty="0"/>
              <a:t> </a:t>
            </a:r>
            <a:r>
              <a:rPr lang="en-US" dirty="0" err="1"/>
              <a:t>paaiškinamasis</a:t>
            </a:r>
            <a:r>
              <a:rPr lang="en-US" dirty="0"/>
              <a:t> </a:t>
            </a:r>
            <a:r>
              <a:rPr lang="en-US" dirty="0" err="1"/>
              <a:t>skaidrės</a:t>
            </a:r>
            <a:r>
              <a:rPr lang="en-US" dirty="0"/>
              <a:t> </a:t>
            </a:r>
            <a:r>
              <a:rPr lang="en-US" dirty="0" err="1"/>
              <a:t>tekstas</a:t>
            </a:r>
            <a:r>
              <a:rPr lang="en-US" dirty="0"/>
              <a:t>, </a:t>
            </a:r>
            <a:r>
              <a:rPr lang="en-US" dirty="0" err="1"/>
              <a:t>besitęsiantis</a:t>
            </a:r>
            <a:r>
              <a:rPr lang="en-US" dirty="0"/>
              <a:t> per dvi </a:t>
            </a:r>
            <a:r>
              <a:rPr lang="en-US" dirty="0" err="1"/>
              <a:t>eilutes</a:t>
            </a:r>
            <a:r>
              <a:rPr lang="en-US" dirty="0"/>
              <a:t> (Arial, 14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FCF5DF8B-65F6-F344-BFF0-319134C6860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4636" y="2610023"/>
            <a:ext cx="8261513" cy="330817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0" i="0" u="none" strike="noStrike" smtClean="0">
                <a:effectLst/>
              </a:defRPr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ultricies</a:t>
            </a:r>
            <a:r>
              <a:rPr lang="en-US" dirty="0"/>
              <a:t> integer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facilisi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tempus </a:t>
            </a:r>
            <a:r>
              <a:rPr lang="en-US" dirty="0" err="1"/>
              <a:t>iaculis</a:t>
            </a:r>
            <a:r>
              <a:rPr lang="en-US" dirty="0"/>
              <a:t>. Arial, 18 pt.</a:t>
            </a: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DD401ECE-B96E-9A4B-89FD-3289E1630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98749" y="6421437"/>
            <a:ext cx="2057400" cy="365125"/>
          </a:xfrm>
          <a:prstGeom prst="rect">
            <a:avLst/>
          </a:prstGeom>
        </p:spPr>
        <p:txBody>
          <a:bodyPr tIns="46800" rIns="0"/>
          <a:lstStyle>
            <a:lvl1pPr algn="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29422C9-1E47-FC4B-AEE4-3DD6AA650B5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008101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urinio skaidrė _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0DF3CA79-289E-7547-B369-E31EA852763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75039" y="252144"/>
            <a:ext cx="681110" cy="778411"/>
          </a:xfrm>
          <a:prstGeom prst="rect">
            <a:avLst/>
          </a:prstGeom>
        </p:spPr>
      </p:pic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7F4D278-51F5-D14F-A97C-AC908F8528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4636" y="1682923"/>
            <a:ext cx="8261513" cy="330817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0" i="0" u="none" strike="noStrike">
                <a:effectLst/>
              </a:defRPr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ultricies</a:t>
            </a:r>
            <a:r>
              <a:rPr lang="en-US" dirty="0"/>
              <a:t> integer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facilisi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tempus </a:t>
            </a:r>
            <a:r>
              <a:rPr lang="en-US" dirty="0" err="1"/>
              <a:t>iaculis</a:t>
            </a:r>
            <a:r>
              <a:rPr lang="en-US" dirty="0"/>
              <a:t>. Arial, 18 pt.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035FC413-2DB8-6F43-A365-C3AE16F9BC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4636" y="184309"/>
            <a:ext cx="6742764" cy="91408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ts val="3240"/>
              </a:lnSpc>
              <a:buNone/>
              <a:defRPr sz="2800" b="1"/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lvl="0"/>
            <a:r>
              <a:rPr lang="en-US" dirty="0" err="1"/>
              <a:t>Skaidrės</a:t>
            </a:r>
            <a:r>
              <a:rPr lang="en-US" dirty="0"/>
              <a:t> </a:t>
            </a:r>
            <a:r>
              <a:rPr lang="en-US" dirty="0" err="1"/>
              <a:t>pavadinimas</a:t>
            </a:r>
            <a:r>
              <a:rPr lang="en-US" dirty="0"/>
              <a:t> </a:t>
            </a:r>
            <a:r>
              <a:rPr lang="en-US" dirty="0" err="1"/>
              <a:t>vienoje</a:t>
            </a:r>
            <a:r>
              <a:rPr lang="en-US" dirty="0"/>
              <a:t> </a:t>
            </a:r>
            <a:r>
              <a:rPr lang="en-US" dirty="0" err="1"/>
              <a:t>eilutėje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64FBFC-1D97-5348-ABA4-2B4FAF6A6E2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351407"/>
            <a:ext cx="9144000" cy="508000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C41ECD10-ADBF-0440-8FC6-FD355EFE2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98749" y="6421437"/>
            <a:ext cx="2057400" cy="365125"/>
          </a:xfrm>
          <a:prstGeom prst="rect">
            <a:avLst/>
          </a:prstGeom>
        </p:spPr>
        <p:txBody>
          <a:bodyPr tIns="46800" rIns="0"/>
          <a:lstStyle>
            <a:lvl1pPr algn="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29422C9-1E47-FC4B-AEE4-3DD6AA650B5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30617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rinio skaidrė _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DF6C318-9CC7-1342-9E3F-2D2AA2A2785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553"/>
            <a:ext cx="9144000" cy="1282700"/>
          </a:xfrm>
          <a:prstGeom prst="rect">
            <a:avLst/>
          </a:prstGeom>
        </p:spPr>
      </p:pic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5796E10E-2855-B645-9157-69ABD0AF6E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4636" y="184309"/>
            <a:ext cx="6742764" cy="91408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ts val="3240"/>
              </a:lnSpc>
              <a:buNone/>
              <a:defRPr sz="2800" b="1"/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lvl="0"/>
            <a:r>
              <a:rPr lang="en-US" dirty="0" err="1"/>
              <a:t>Skaidrės</a:t>
            </a:r>
            <a:r>
              <a:rPr lang="en-US" dirty="0"/>
              <a:t> </a:t>
            </a:r>
            <a:r>
              <a:rPr lang="en-US" dirty="0" err="1"/>
              <a:t>pavadinimas</a:t>
            </a:r>
            <a:r>
              <a:rPr lang="en-US" dirty="0"/>
              <a:t> </a:t>
            </a:r>
            <a:r>
              <a:rPr lang="en-US" dirty="0" err="1"/>
              <a:t>vienoje</a:t>
            </a:r>
            <a:r>
              <a:rPr lang="en-US" dirty="0"/>
              <a:t> </a:t>
            </a:r>
            <a:r>
              <a:rPr lang="en-US" dirty="0" err="1"/>
              <a:t>eilutėje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DF3CA79-289E-7547-B369-E31EA852763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75039" y="252144"/>
            <a:ext cx="681110" cy="778411"/>
          </a:xfrm>
          <a:prstGeom prst="rect">
            <a:avLst/>
          </a:prstGeom>
        </p:spPr>
      </p:pic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7F4D278-51F5-D14F-A97C-AC908F8528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4636" y="1682923"/>
            <a:ext cx="8261513" cy="330817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0" i="0" u="none" strike="noStrike">
                <a:effectLst/>
              </a:defRPr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ultricies</a:t>
            </a:r>
            <a:r>
              <a:rPr lang="en-US" dirty="0"/>
              <a:t> integer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facilisi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tempus </a:t>
            </a:r>
            <a:r>
              <a:rPr lang="en-US" dirty="0" err="1"/>
              <a:t>iaculis</a:t>
            </a:r>
            <a:r>
              <a:rPr lang="en-US" dirty="0"/>
              <a:t>. Arial, 18 pt.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0870F7F1-323C-6746-9C9E-419766E5B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98749" y="6421437"/>
            <a:ext cx="2057400" cy="365125"/>
          </a:xfrm>
          <a:prstGeom prst="rect">
            <a:avLst/>
          </a:prstGeom>
        </p:spPr>
        <p:txBody>
          <a:bodyPr tIns="46800" rIns="0"/>
          <a:lstStyle>
            <a:lvl1pPr algn="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29422C9-1E47-FC4B-AEE4-3DD6AA650B5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794141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rinio skaidrė _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DA1F09C-AD04-1A46-9582-BCF9F7473E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553"/>
            <a:ext cx="9144000" cy="12827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DF3CA79-289E-7547-B369-E31EA852763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75039" y="252144"/>
            <a:ext cx="681110" cy="778411"/>
          </a:xfrm>
          <a:prstGeom prst="rect">
            <a:avLst/>
          </a:prstGeom>
        </p:spPr>
      </p:pic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CCE9F64F-44D1-3B4E-9240-3BD03FFFBBD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4636" y="1682923"/>
            <a:ext cx="8261513" cy="330817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0" i="0" u="none" strike="noStrike">
                <a:effectLst/>
              </a:defRPr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ultricies</a:t>
            </a:r>
            <a:r>
              <a:rPr lang="en-US" dirty="0"/>
              <a:t> integer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facilisi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tempus </a:t>
            </a:r>
            <a:r>
              <a:rPr lang="en-US" dirty="0" err="1"/>
              <a:t>iaculis</a:t>
            </a:r>
            <a:r>
              <a:rPr lang="en-US" dirty="0"/>
              <a:t>. Arial, 18 pt.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87F67A23-B747-8441-B85B-89CCB7276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98749" y="6421437"/>
            <a:ext cx="2057400" cy="365125"/>
          </a:xfrm>
          <a:prstGeom prst="rect">
            <a:avLst/>
          </a:prstGeom>
        </p:spPr>
        <p:txBody>
          <a:bodyPr tIns="46800" rIns="0"/>
          <a:lstStyle>
            <a:lvl1pPr algn="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29422C9-1E47-FC4B-AEE4-3DD6AA650B5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0AAB6F54-1A9E-594B-BFD7-5192E6AD990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4636" y="204204"/>
            <a:ext cx="6353636" cy="91408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ts val="3240"/>
              </a:lnSpc>
              <a:buNone/>
              <a:defRPr sz="2800" b="1"/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lvl="0"/>
            <a:r>
              <a:rPr lang="en-US" dirty="0" err="1"/>
              <a:t>Skaidrės</a:t>
            </a:r>
            <a:r>
              <a:rPr lang="en-US" dirty="0"/>
              <a:t> </a:t>
            </a:r>
            <a:r>
              <a:rPr lang="en-US" dirty="0" err="1"/>
              <a:t>pavadinimas</a:t>
            </a:r>
            <a:r>
              <a:rPr lang="en-US" dirty="0"/>
              <a:t> per dvi </a:t>
            </a:r>
            <a:r>
              <a:rPr lang="en-US" dirty="0" err="1"/>
              <a:t>eilutes</a:t>
            </a:r>
            <a:r>
              <a:rPr lang="en-US" dirty="0"/>
              <a:t> (Arial Bold, 28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1152403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otraukos skaidrė _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A7E66E2-5D03-C847-8006-2FEBE16D5A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293735"/>
            <a:ext cx="9144000" cy="15621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64B7227-6E63-ED42-93C4-5734328A276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75039" y="5687744"/>
            <a:ext cx="681110" cy="778411"/>
          </a:xfrm>
          <a:prstGeom prst="rect">
            <a:avLst/>
          </a:prstGeom>
        </p:spPr>
      </p:pic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538F4E54-807A-E04D-96DC-A01F431D4D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4636" y="5594508"/>
            <a:ext cx="6158564" cy="4572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ts val="3240"/>
              </a:lnSpc>
              <a:buNone/>
              <a:defRPr sz="2000" b="1"/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lvl="0"/>
            <a:r>
              <a:rPr lang="en-US" dirty="0" err="1"/>
              <a:t>Renginio</a:t>
            </a:r>
            <a:r>
              <a:rPr lang="en-US" dirty="0"/>
              <a:t> </a:t>
            </a:r>
            <a:r>
              <a:rPr lang="en-US" dirty="0" err="1"/>
              <a:t>vieta</a:t>
            </a:r>
            <a:r>
              <a:rPr lang="en-US" dirty="0"/>
              <a:t> </a:t>
            </a:r>
            <a:r>
              <a:rPr lang="en-US" dirty="0" err="1"/>
              <a:t>ar</a:t>
            </a:r>
            <a:r>
              <a:rPr lang="en-US" dirty="0"/>
              <a:t> </a:t>
            </a:r>
            <a:r>
              <a:rPr lang="en-US" dirty="0" err="1"/>
              <a:t>pavadinimas</a:t>
            </a:r>
            <a:r>
              <a:rPr lang="en-US" dirty="0"/>
              <a:t> (Arial Bold, 20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ED3B809A-D148-C346-89D1-CC101517FD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4636" y="6143092"/>
            <a:ext cx="2297764" cy="4572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ts val="3240"/>
              </a:lnSpc>
              <a:buNone/>
              <a:defRPr sz="2000" b="0"/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lvl="0"/>
            <a:r>
              <a:rPr lang="en-US" dirty="0"/>
              <a:t>Data (Arial, 20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6FC630C-4B60-8042-82F0-6A37D41B1EF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9144000" cy="52959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914635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otraukos skaidrė _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3516A138-7B6E-784E-A6E2-F1D12C2CAA6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-1"/>
            <a:ext cx="9144000" cy="634999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896DBD-0EAB-204A-9322-7E818BE9337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351407"/>
            <a:ext cx="9144000" cy="508000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612D5D5-394F-8342-BAA3-A6E19B148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98749" y="6421437"/>
            <a:ext cx="2057400" cy="365125"/>
          </a:xfrm>
          <a:prstGeom prst="rect">
            <a:avLst/>
          </a:prstGeom>
        </p:spPr>
        <p:txBody>
          <a:bodyPr tIns="46800" rIns="0"/>
          <a:lstStyle>
            <a:lvl1pPr algn="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29422C9-1E47-FC4B-AEE4-3DD6AA650B5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9661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5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theme" Target="../theme/theme5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5" Type="http://schemas.openxmlformats.org/officeDocument/2006/relationships/slideLayout" Target="../slideLayouts/slideLayout33.xml"/><Relationship Id="rId4" Type="http://schemas.openxmlformats.org/officeDocument/2006/relationships/slideLayout" Target="../slideLayouts/slideLayout32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theme" Target="../theme/theme6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5" Type="http://schemas.openxmlformats.org/officeDocument/2006/relationships/slideLayout" Target="../slideLayouts/slideLayout40.xml"/><Relationship Id="rId4" Type="http://schemas.openxmlformats.org/officeDocument/2006/relationships/slideLayout" Target="../slideLayouts/slideLayout39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theme" Target="../theme/theme7.xml"/><Relationship Id="rId3" Type="http://schemas.openxmlformats.org/officeDocument/2006/relationships/slideLayout" Target="../slideLayouts/slideLayout45.xml"/><Relationship Id="rId7" Type="http://schemas.openxmlformats.org/officeDocument/2006/relationships/slideLayout" Target="../slideLayouts/slideLayout49.xml"/><Relationship Id="rId2" Type="http://schemas.openxmlformats.org/officeDocument/2006/relationships/slideLayout" Target="../slideLayouts/slideLayout44.xml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5154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027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5546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2074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1080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4978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9435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C03C81C5-371F-1446-8C29-86452E99DE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051FBA9-E410-AD4F-87D1-E2E077AF17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7F7CC7F-3272-DB47-9761-2CE96853BE6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6029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5C1BE6-6D28-EA46-ACD3-98107AEB1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B29422C9-1E47-FC4B-AEE4-3DD6AA650B5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E509487-67DF-6A41-9E66-0A50802C79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8D1DE3C-FB76-284C-A09B-C1821DFA403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3CBF0FE-093D-1B40-856F-56814084AB1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6194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E9B21C-5508-7D4C-8D8F-55C0E6E10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B29422C9-1E47-FC4B-AEE4-3DD6AA650B5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08342C-3950-9244-A20A-4CB0217B997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8BC2F9-CA05-DF49-9F6D-CBF971D3F06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5803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B72233-C7FA-5148-BAA3-2C938A0CD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B29422C9-1E47-FC4B-AEE4-3DD6AA650B5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273C937-147A-AD41-9171-8A2C9897B94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B40594-655A-3546-8FA5-8B842C3EBA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7156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B7D5864-9DA2-124E-9FAA-0C21D6486AA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371D61-2B5F-3F40-B673-4747458D22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BF9858-779E-F94D-88D7-C378FF0745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4960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449265-651E-454C-AEAD-15FC6E131CC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283D9-A8E4-0A49-B956-A8056CE37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B29422C9-1E47-FC4B-AEE4-3DD6AA650B5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1649602"/>
      </p:ext>
    </p:extLst>
  </p:cSld>
  <p:clrMapOvr>
    <a:masterClrMapping/>
  </p:clrMapOvr>
</p:sld>
</file>

<file path=ppt/theme/theme1.xml><?xml version="1.0" encoding="utf-8"?>
<a:theme xmlns:a="http://schemas.openxmlformats.org/drawingml/2006/main" name="1 _ Smegenys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 _ Galva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 _ Pjuklas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 _ Ranka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 _ Kiausinis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6 _ Dezut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7 _ Melynos smegenys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as" ma:contentTypeID="0x0101008A49A271B289DC4A937E4F27C8781E3D" ma:contentTypeVersion="2" ma:contentTypeDescription="Kurkite naują dokumentą." ma:contentTypeScope="" ma:versionID="e37fee9db0b646a6158ed2f0da1aa890">
  <xsd:schema xmlns:xsd="http://www.w3.org/2001/XMLSchema" xmlns:xs="http://www.w3.org/2001/XMLSchema" xmlns:p="http://schemas.microsoft.com/office/2006/metadata/properties" xmlns:ns2="b22733a4-4951-48c5-a492-5d95d9c5d87a" targetNamespace="http://schemas.microsoft.com/office/2006/metadata/properties" ma:root="true" ma:fieldsID="f93e25bb92ef087e3c9401cfbf5cd204" ns2:_="">
    <xsd:import namespace="b22733a4-4951-48c5-a492-5d95d9c5d87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2733a4-4951-48c5-a492-5d95d9c5d87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urinio tipas"/>
        <xsd:element ref="dc:title" minOccurs="0" maxOccurs="1" ma:index="4" ma:displayName="Antraštė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8BD2CEA-21E4-4EC4-B8B2-C601DC397C1F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A9499725-81A4-4F1C-982D-31AC684CD79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19E5753-AFBC-4E2D-BD88-16933D5443D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22733a4-4951-48c5-a492-5d95d9c5d87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</Words>
  <Application>Microsoft Office PowerPoint</Application>
  <PresentationFormat>Demonstracija ekrane (4:3)</PresentationFormat>
  <Paragraphs>4</Paragraphs>
  <Slides>6</Slides>
  <Notes>0</Notes>
  <HiddenSlides>0</HiddenSlides>
  <MMClips>0</MMClips>
  <ScaleCrop>false</ScaleCrop>
  <HeadingPairs>
    <vt:vector size="6" baseType="variant">
      <vt:variant>
        <vt:lpstr>Naudojami šriftai</vt:lpstr>
      </vt:variant>
      <vt:variant>
        <vt:i4>2</vt:i4>
      </vt:variant>
      <vt:variant>
        <vt:lpstr>Tema</vt:lpstr>
      </vt:variant>
      <vt:variant>
        <vt:i4>7</vt:i4>
      </vt:variant>
      <vt:variant>
        <vt:lpstr>Skaidrių pavadinimai</vt:lpstr>
      </vt:variant>
      <vt:variant>
        <vt:i4>6</vt:i4>
      </vt:variant>
    </vt:vector>
  </HeadingPairs>
  <TitlesOfParts>
    <vt:vector size="15" baseType="lpstr">
      <vt:lpstr>Arial</vt:lpstr>
      <vt:lpstr>Calibri</vt:lpstr>
      <vt:lpstr>1 _ Smegenys</vt:lpstr>
      <vt:lpstr>2 _ Galva</vt:lpstr>
      <vt:lpstr>3 _ Pjuklas</vt:lpstr>
      <vt:lpstr>4 _ Ranka</vt:lpstr>
      <vt:lpstr>5 _ Kiausinis</vt:lpstr>
      <vt:lpstr>6 _ Dezute</vt:lpstr>
      <vt:lpstr>7 _ Melynos smegenys</vt:lpstr>
      <vt:lpstr>„PowerPoint“ pateiktis</vt:lpstr>
      <vt:lpstr>„PowerPoint“ pateiktis</vt:lpstr>
      <vt:lpstr>„PowerPoint“ pateiktis</vt:lpstr>
      <vt:lpstr>„PowerPoint“ pateiktis</vt:lpstr>
      <vt:lpstr>„PowerPoint“ pateiktis</vt:lpstr>
      <vt:lpstr>„PowerPoint“ pateiktis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Didžiapetris Domantas</dc:creator>
  <cp:lastModifiedBy>Algirdas Kartavičius</cp:lastModifiedBy>
  <cp:revision>23</cp:revision>
  <cp:lastPrinted>2019-09-17T08:22:01Z</cp:lastPrinted>
  <dcterms:created xsi:type="dcterms:W3CDTF">2019-09-17T06:19:02Z</dcterms:created>
  <dcterms:modified xsi:type="dcterms:W3CDTF">2021-01-20T15:55:55Z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0x0101008A49A271B289DC4A937E4F27C8781E3D</vt:lpwstr>
  </property>
</Properties>
</file>