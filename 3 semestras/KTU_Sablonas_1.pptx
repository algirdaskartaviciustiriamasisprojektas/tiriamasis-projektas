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70" r:id="rId2"/>
    <p:sldMasterId id="2147483688" r:id="rId3"/>
  </p:sldMasterIdLst>
  <p:sldIdLst>
    <p:sldId id="271" r:id="rId4"/>
    <p:sldId id="273" r:id="rId5"/>
    <p:sldId id="272" r:id="rId6"/>
    <p:sldId id="274" r:id="rId7"/>
    <p:sldId id="264" r:id="rId8"/>
    <p:sldId id="269" r:id="rId9"/>
    <p:sldId id="265" r:id="rId10"/>
    <p:sldId id="268" r:id="rId11"/>
    <p:sldId id="266" r:id="rId12"/>
    <p:sldId id="270" r:id="rId13"/>
    <p:sldId id="267" r:id="rId14"/>
    <p:sldId id="263" r:id="rId15"/>
    <p:sldId id="257" r:id="rId16"/>
    <p:sldId id="26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8BD"/>
    <a:srgbClr val="5F95D6"/>
    <a:srgbClr val="2B94FF"/>
    <a:srgbClr val="2A2839"/>
    <a:srgbClr val="F2F3E6"/>
    <a:srgbClr val="242138"/>
    <a:srgbClr val="F0F3CA"/>
    <a:srgbClr val="50437F"/>
    <a:srgbClr val="F5DF9A"/>
    <a:srgbClr val="1D8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01"/>
    <p:restoredTop sz="94654"/>
  </p:normalViewPr>
  <p:slideViewPr>
    <p:cSldViewPr snapToGrid="0" snapToObjects="1">
      <p:cViewPr varScale="1">
        <p:scale>
          <a:sx n="88" d="100"/>
          <a:sy n="88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 rot="5400000">
            <a:off x="3207250" y="-1047250"/>
            <a:ext cx="272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 rot="5400000">
            <a:off x="3353300" y="-1193300"/>
            <a:ext cx="243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:a16="http://schemas.microsoft.com/office/drawing/2014/main" xmlns="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68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 rot="5400000">
            <a:off x="3207250" y="-1047250"/>
            <a:ext cx="272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 rot="5400000">
            <a:off x="3353300" y="-1193300"/>
            <a:ext cx="243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xmlns="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9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 rot="5400000">
            <a:off x="2127250" y="-2127250"/>
            <a:ext cx="488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 rot="5400000">
            <a:off x="2273300" y="-2273300"/>
            <a:ext cx="459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1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 rot="5400000">
            <a:off x="2127250" y="-2127250"/>
            <a:ext cx="488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 rot="5400000">
            <a:off x="2273300" y="-2273300"/>
            <a:ext cx="459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6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78113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8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3" y="522362"/>
            <a:ext cx="1618083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4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xmlns="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380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xmlns="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xmlns="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191480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xmlns="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79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850163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756274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19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1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B5E15AB-C7C5-674B-BB8B-40EF0C823FC7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AD7E57B9-61E0-EF48-B8CE-FDD5F9927E1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:a16="http://schemas.microsoft.com/office/drawing/2014/main" xmlns="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108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F3C8F01-7837-9B4D-9A9F-0C917D511C40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3B00069-2DFF-FF47-88F7-FE285D0DFBA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xmlns="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43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3032B8E-BA6F-2345-B246-E83F1ED8D90C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51DD246-244A-B549-831C-E9C09E78BB4A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79112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0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C42FF71-DB1B-C04A-83D6-0119960236D8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12DB9B7-2AE4-594E-B8B3-7A319ECF02F6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22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71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2" y="522362"/>
            <a:ext cx="1210326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91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27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xmlns="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39794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xmlns="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xmlns="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728180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xmlns="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0050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7BFFFCD-1787-5B47-BD1A-1A848871FB7D}"/>
              </a:ext>
            </a:extLst>
          </p:cNvPr>
          <p:cNvSpPr txBox="1"/>
          <p:nvPr userDrawn="1"/>
        </p:nvSpPr>
        <p:spPr>
          <a:xfrm>
            <a:off x="627009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1589649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DF30CEF-7A26-DF43-83E2-2AD1FC0DB730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2687447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912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956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B5E15AB-C7C5-674B-BB8B-40EF0C823FC7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AD7E57B9-61E0-EF48-B8CE-FDD5F9927E1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:a16="http://schemas.microsoft.com/office/drawing/2014/main" xmlns="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31127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F3C8F01-7837-9B4D-9A9F-0C917D511C40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3B00069-2DFF-FF47-88F7-FE285D0DFBA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xmlns="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38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3032B8E-BA6F-2345-B246-E83F1ED8D90C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51DD246-244A-B549-831C-E9C09E78BB4A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79112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868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C42FF71-DB1B-C04A-83D6-0119960236D8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12DB9B7-2AE4-594E-B8B3-7A319ECF02F6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180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059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2" y="522362"/>
            <a:ext cx="1210326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633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371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xmlns="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7062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xmlns="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xmlns="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5471077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xmlns="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9219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5713838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854943B-0DA0-094E-90EB-2F0CCC2AD518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2082537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199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xmlns="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xmlns="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49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9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1" r:id="rId2"/>
    <p:sldLayoutId id="2147483707" r:id="rId3"/>
    <p:sldLayoutId id="2147483705" r:id="rId4"/>
    <p:sldLayoutId id="2147483680" r:id="rId5"/>
    <p:sldLayoutId id="2147483697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02" r:id="rId12"/>
    <p:sldLayoutId id="2147483686" r:id="rId13"/>
    <p:sldLayoutId id="214748368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4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698" r:id="rId5"/>
    <p:sldLayoutId id="2147483699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703" r:id="rId12"/>
    <p:sldLayoutId id="2147483677" r:id="rId13"/>
    <p:sldLayoutId id="21474836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0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00" r:id="rId5"/>
    <p:sldLayoutId id="2147483701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704" r:id="rId12"/>
    <p:sldLayoutId id="2147483695" r:id="rId13"/>
    <p:sldLayoutId id="214748369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0DBF45EF-C9D6-8C4D-B252-16338AE867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xmlns="" id="{8C40BB94-BCC5-F44A-923F-95DB90693F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xmlns="" id="{E0A603B6-117F-A14E-874A-DA01436AE20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77453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1D4FBEC7-0F26-B54E-8085-BC6D3BB6B7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3EE35909-4190-6D43-A531-C11CAE644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xmlns="" id="{1D5CF8D5-61B9-964A-BCAA-257ADB1B0BA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88519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0F3160-CA44-D049-B18D-12ED22FBA9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4A4C26CE-0D68-FC49-86CF-CDD5F4F4D0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94D8EBCE-53C4-FB47-AF40-F8D8F110DD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3299855E-C0A3-4D47-8F5C-95160DFCE5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9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3263EF11-B019-9445-B9B3-E407A74234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829AD38E-F7BF-224F-BB3E-8AFC3E6BF9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8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BC6B2D8C-7575-BB4E-B3C4-BF7C86F372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1F3E2C-A043-FE4F-B76E-D3C65FEAC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39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F25A473-6EBE-4242-AA19-A4362F0EFD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B77BFDF0-07DC-544A-A2D8-EE8E13A68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3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195C3655-6AE6-984D-98EA-D4A228490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65C66D0-F922-0C45-B7A7-EE6FDCBA84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1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64BC4381-1A66-EA4A-BA2A-D1908B149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7A671752-97E0-1A49-B67E-02340D0B4B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8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5B0445-260D-1B43-9409-2968DF1B85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9DD11D8-B1D7-854B-B231-50ABCA033D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7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A198223C-79CA-3648-955C-3C25283AEF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840A5CEA-D5AF-F44C-9643-DF1BC39CD9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</p:spTree>
    <p:extLst>
      <p:ext uri="{BB962C8B-B14F-4D97-AF65-F5344CB8AC3E}">
        <p14:creationId xmlns:p14="http://schemas.microsoft.com/office/powerpoint/2010/main" val="3712887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9027795B-A503-594C-8339-B55E0D8BFC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EF240EE-C86A-FB44-BA11-4500F70E1A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</p:spTree>
    <p:extLst>
      <p:ext uri="{BB962C8B-B14F-4D97-AF65-F5344CB8AC3E}">
        <p14:creationId xmlns:p14="http://schemas.microsoft.com/office/powerpoint/2010/main" val="2060080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9027795B-A503-594C-8339-B55E0D8BFC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A46D2AF-FE67-6244-BB0D-19E3AD4BBF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</p:spTree>
    <p:extLst>
      <p:ext uri="{BB962C8B-B14F-4D97-AF65-F5344CB8AC3E}">
        <p14:creationId xmlns:p14="http://schemas.microsoft.com/office/powerpoint/2010/main" val="348742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43D675A-E9FF-274F-A6B5-28EDD4AD08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3ECE4AB2-16A0-3544-83C5-A1ACA670B8B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</p:spTree>
    <p:extLst>
      <p:ext uri="{BB962C8B-B14F-4D97-AF65-F5344CB8AC3E}">
        <p14:creationId xmlns:p14="http://schemas.microsoft.com/office/powerpoint/2010/main" val="3029421059"/>
      </p:ext>
    </p:extLst>
  </p:cSld>
  <p:clrMapOvr>
    <a:masterClrMapping/>
  </p:clrMapOvr>
</p:sld>
</file>

<file path=ppt/theme/theme1.xml><?xml version="1.0" encoding="utf-8"?>
<a:theme xmlns:a="http://schemas.openxmlformats.org/drawingml/2006/main" name="Solidi melyn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Zali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elyn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8A49A271B289DC4A937E4F27C8781E3D" ma:contentTypeVersion="2" ma:contentTypeDescription="Kurkite naują dokumentą." ma:contentTypeScope="" ma:versionID="e37fee9db0b646a6158ed2f0da1aa890">
  <xsd:schema xmlns:xsd="http://www.w3.org/2001/XMLSchema" xmlns:xs="http://www.w3.org/2001/XMLSchema" xmlns:p="http://schemas.microsoft.com/office/2006/metadata/properties" xmlns:ns2="b22733a4-4951-48c5-a492-5d95d9c5d87a" targetNamespace="http://schemas.microsoft.com/office/2006/metadata/properties" ma:root="true" ma:fieldsID="f93e25bb92ef087e3c9401cfbf5cd204" ns2:_="">
    <xsd:import namespace="b22733a4-4951-48c5-a492-5d95d9c5d8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733a4-4951-48c5-a492-5d95d9c5d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415E839-01C1-4CCC-9D4B-3C042555549F}"/>
</file>

<file path=customXml/itemProps2.xml><?xml version="1.0" encoding="utf-8"?>
<ds:datastoreItem xmlns:ds="http://schemas.openxmlformats.org/officeDocument/2006/customXml" ds:itemID="{C88D3881-D048-45D0-9BF7-683FA06BDFDA}"/>
</file>

<file path=customXml/itemProps3.xml><?xml version="1.0" encoding="utf-8"?>
<ds:datastoreItem xmlns:ds="http://schemas.openxmlformats.org/officeDocument/2006/customXml" ds:itemID="{6A8CE6D6-B477-4A23-967C-89C540A2D72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Solidi melyna</vt:lpstr>
      <vt:lpstr>Zalia</vt:lpstr>
      <vt:lpstr>Melyna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Didžiapetris Domantas</dc:creator>
  <cp:lastModifiedBy>Lina</cp:lastModifiedBy>
  <cp:revision>27</cp:revision>
  <dcterms:created xsi:type="dcterms:W3CDTF">2019-09-05T10:43:27Z</dcterms:created>
  <dcterms:modified xsi:type="dcterms:W3CDTF">2019-10-21T13:27:46Z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0x0101008A49A271B289DC4A937E4F27C8781E3D</vt:lpwstr>
  </property>
</Properties>
</file>