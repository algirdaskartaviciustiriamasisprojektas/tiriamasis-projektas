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theme/theme3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1"/>
    <p:sldMasterId id="2147483679" r:id="rId2"/>
    <p:sldMasterId id="2147483687" r:id="rId3"/>
    <p:sldMasterId id="2147483695" r:id="rId4"/>
    <p:sldMasterId id="2147483703" r:id="rId5"/>
    <p:sldMasterId id="2147483711" r:id="rId6"/>
    <p:sldMasterId id="2147483719" r:id="rId7"/>
  </p:sldMasterIdLst>
  <p:notesMasterIdLst>
    <p:notesMasterId r:id="rId14"/>
  </p:notesMasterIdLst>
  <p:handoutMasterIdLst>
    <p:handoutMasterId r:id="rId15"/>
  </p:handoutMasterIdLst>
  <p:sldIdLst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008DB0"/>
    <a:srgbClr val="00ADEF"/>
    <a:srgbClr val="D64395"/>
    <a:srgbClr val="7F298F"/>
    <a:srgbClr val="E80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9"/>
    <p:restoredTop sz="94654"/>
  </p:normalViewPr>
  <p:slideViewPr>
    <p:cSldViewPr snapToGrid="0" snapToObjects="1">
      <p:cViewPr varScale="1">
        <p:scale>
          <a:sx n="88" d="100"/>
          <a:sy n="88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5" d="100"/>
          <a:sy n="105" d="100"/>
        </p:scale>
        <p:origin x="274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A4A98A74-9C5D-0349-96A9-7B5ECC0753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C2040F9-AA40-1F48-9A24-12766682B6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46B39-85E7-7349-9FCD-4461A9F6C230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0DB6C11-AD54-5D43-89E0-7F17B5337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7D52B8D-DCE7-7543-B04A-A89F667447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BC26B-E492-0B43-B5A6-0BC5C4E4E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24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C66E6-AA6A-DD44-B30F-D5F9D22135B2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D3625-57CE-8942-9DF4-AEDCA9A47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6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9.emf"/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D64395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68ED7B95-03EF-624E-ACB8-7A3A8569FE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xmlns="" id="{E80149B6-A5A7-3E4D-941A-402BAD4B9F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4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83CB999-052B-7645-B83F-D1D92D89EC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427A140D-3F98-A746-9BAE-FB275B0A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xmlns="" id="{3F5EAD24-70F8-4140-AA4A-92C62F0307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A185D1D5-F261-0948-A53D-D6D7A3B51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737C8E90-AC66-3648-A209-639FFDA21C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165497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131E06E-DE60-EA48-8924-637A2D82B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8391831E-B403-C443-82FB-C98814EB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B42D419A-8837-C047-A9E9-77E3A771BB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C2195922-3F2F-3D4F-A1E3-0DA450AAF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68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1A2808B-A7B6-C141-B6A8-E7E613EE0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0E2392A2-D6BF-CB46-9E6A-537CC303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C9099391-1F93-9441-900D-9B4163EC2C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A99ABD77-E58B-0E4C-A5F8-A3DEC06BA5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62800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52B490A-D051-B641-8310-463EB7B250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17D2B38C-D6DC-B74B-94C2-8C60C3A5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A285705E-EB3D-A44F-8BDF-DBF2FC655B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BAAB415-8571-3F4B-8610-2E2A8A6081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4766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9EB160A-9101-F845-BCF6-D62D3D16E2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F20E715-0FDB-4A42-B3C4-974A826D4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518ED548-2E19-5A4D-A05D-DC2CA15894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890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2F9A4B5-0A6F-EE40-ABA5-D09EA27FA2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143646B2-819A-6A41-81D1-C7419565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17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7F298F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1DACB88F-4F1F-604F-8E83-313F06C5EB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3E751208-DE29-C344-8650-0F8EE6DAE3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92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8898297-7B12-8746-9069-1272A9635C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57BBF2D0-31DF-7C42-B3EB-86350042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FCBEB8CB-449D-E746-9566-87EEE4E187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7FD9645E-235F-6A45-ADA3-2471A1EDBC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F0705319-3685-B44C-92B2-9E3953B8E5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1317162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EEC641D-B1A6-8A4D-9E46-40B2CAE54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16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2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BC4ABFE9-606D-CF42-9E57-0A5858F6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4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1572BFE-C14E-B64B-81DE-6721BF0B7B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66A62321-F731-5945-A44E-D4279065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B879C63D-B6D9-C74C-AC52-01E7ADF388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xmlns="" id="{69FDD578-987F-E649-B780-6EB14312F9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</p:spTree>
    <p:extLst>
      <p:ext uri="{BB962C8B-B14F-4D97-AF65-F5344CB8AC3E}">
        <p14:creationId xmlns:p14="http://schemas.microsoft.com/office/powerpoint/2010/main" val="3052808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B130E7C-C367-3B40-B2B0-CD6E45F6CB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xmlns="" id="{64D297A3-5053-8B48-8EA9-748DFC6E2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xmlns="" id="{61D7558E-AD3C-C84D-B8C9-EACCBC17F7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F0BF7C7-868A-B348-879D-4C9D19DA1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590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6FA2546-F7B8-454C-B406-97025A9050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EFA83077-128B-9149-B473-D6BACBA624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xmlns="" id="{7D4C7AF7-4027-3149-ABAC-C8A4DB63E9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0790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5FF6E3-7F1E-8444-8045-36F71E7428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5B0F6075-B884-EE48-9321-E4978751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9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E80788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xmlns="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61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F1A9A3D-653B-344A-9905-A38243A013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xmlns="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xmlns="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xmlns="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136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D8B9384-90E9-7D41-AB44-37550CE80D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B9B32DA5-9BAD-BE4A-BB1C-5991544D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17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5D4DC35-D009-6E46-BF75-5B214FE99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xmlns="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2723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5D4DC35-D009-6E46-BF75-5B214FE99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9545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DC67F09-CEF1-6A42-AC08-BDCB7E1FC9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0410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017A3A2-7C27-DD40-8458-57C93DC408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FC52ECF2-549A-474D-8124-3A9A571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314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D64395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xmlns="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877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7C8F4B1-5149-6046-8B8E-0BD7347F8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49999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xmlns="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xmlns="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xmlns="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961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10E83F6-300A-1C48-9DA6-A6D2861769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49999"/>
            <a:ext cx="9144000" cy="50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B9B32DA5-9BAD-BE4A-BB1C-5991544D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083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59226FE-999F-A146-B69C-D14089FDE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xmlns="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1003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2647A23-CE48-354C-804F-0122313674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6450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163DCC5-9B9D-4742-B1CF-DE6AAAC43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40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1080253-91D6-024B-81DF-E4AE9C2A3E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49999"/>
            <a:ext cx="9144000" cy="508000"/>
          </a:xfrm>
          <a:prstGeom prst="rect">
            <a:avLst/>
          </a:prstGeom>
        </p:spPr>
      </p:pic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FC52ECF2-549A-474D-8124-3A9A571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453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00ADEF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xmlns="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860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12C84A4-78F8-8244-BE31-A47A2263E7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65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xmlns="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xmlns="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xmlns="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9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C08487-92E9-9544-955A-B4CB3EA0AC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1407"/>
            <a:ext cx="9144000" cy="50659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C23B73FE-05CD-8C4E-9BAA-41088966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739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D5149EB-C88F-334F-A3B1-C87AD6D4EA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79147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xmlns="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519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836F0A7-7284-F345-B502-3DC460B9F6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791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35661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0185529-C9EA-4244-91E2-F8067797B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8062"/>
            <a:ext cx="9144000" cy="1557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34684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D403D56-35D8-B146-A11A-E688D8491B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659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DF656C65-F085-A14E-A5D6-AE100538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6481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008DB0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xmlns="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81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1EB1B0F-1F9A-3948-9AF9-1A7BD75D3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xmlns="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xmlns="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xmlns="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55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9C25990-743B-AD40-B021-C295DF484A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2929770B-7A7A-D744-A094-50A2F831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08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E7BE3F6-10B0-5648-A984-F16963A5D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xmlns="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987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FD821A-0CFF-984D-938E-39023A4426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86320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54E7851-715F-264B-BFA2-0017DF165B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5900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501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9A71B8D-3478-DC44-90DE-CAD31E9C1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0000"/>
            <a:ext cx="9144000" cy="508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A5C758F3-2707-7E4A-A893-F2B6A856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0990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rmoji skaidr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3604" y="2642615"/>
            <a:ext cx="4480560" cy="150876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ts val="4040"/>
              </a:lnSpc>
              <a:defRPr sz="3200" b="1" i="1">
                <a:solidFill>
                  <a:srgbClr val="FFF200"/>
                </a:solidFill>
              </a:defRPr>
            </a:lvl1pPr>
          </a:lstStyle>
          <a:p>
            <a:r>
              <a:rPr lang="en-US" dirty="0" err="1"/>
              <a:t>Pristatymo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Italic, 28–32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xmlns="" id="{E97D14A5-C17B-D34E-94C6-4A3C6BBB8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5264" y="5344668"/>
            <a:ext cx="5400885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Autorius</a:t>
            </a:r>
            <a:r>
              <a:rPr lang="en-US" dirty="0"/>
              <a:t> (-</a:t>
            </a:r>
            <a:r>
              <a:rPr lang="en-US" dirty="0" err="1"/>
              <a:t>iai</a:t>
            </a:r>
            <a:r>
              <a:rPr lang="en-US" dirty="0"/>
              <a:t>), Arial Bold, 20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xmlns="" id="{298611AB-5810-1845-B6E4-72E4E79550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11349" y="5875020"/>
            <a:ext cx="2844800" cy="4709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Data, Arial 20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991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173C34-2960-D145-AB41-31D41D89B0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EF1EE80-EE0D-FA48-9C0D-A9F4E53E80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467627"/>
            <a:ext cx="681110" cy="778411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xmlns="" id="{9B61ECF2-CC70-3E4C-A955-F518A6106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351666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xmlns="" id="{DEB08E81-09FB-674C-923C-FAF65DE77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1376413"/>
            <a:ext cx="4307395" cy="7358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4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Papildomas</a:t>
            </a:r>
            <a:r>
              <a:rPr lang="en-US" dirty="0"/>
              <a:t> </a:t>
            </a:r>
            <a:r>
              <a:rPr lang="en-US" dirty="0" err="1"/>
              <a:t>arba</a:t>
            </a:r>
            <a:r>
              <a:rPr lang="en-US" dirty="0"/>
              <a:t> </a:t>
            </a:r>
            <a:r>
              <a:rPr lang="en-US" dirty="0" err="1"/>
              <a:t>paaiškinamasis</a:t>
            </a:r>
            <a:r>
              <a:rPr lang="en-US" dirty="0"/>
              <a:t> </a:t>
            </a:r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tekstas</a:t>
            </a:r>
            <a:r>
              <a:rPr lang="en-US" dirty="0"/>
              <a:t>, </a:t>
            </a:r>
            <a:r>
              <a:rPr lang="en-US" dirty="0" err="1"/>
              <a:t>besitęsiantis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(Arial, 14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xmlns="" id="{FCF5DF8B-65F6-F344-BFF0-319134C686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26100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 smtClean="0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xmlns="" id="{DD401ECE-B96E-9A4B-89FD-3289E163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0810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xmlns="" id="{035FC413-2DB8-6F43-A365-C3AE16F9BC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E64FBFC-1D97-5348-ABA4-2B4FAF6A6E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351407"/>
            <a:ext cx="9144000" cy="508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C41ECD10-ADBF-0440-8FC6-FD355EFE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3061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DF6C318-9CC7-1342-9E3F-2D2AA2A278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xmlns="" id="{5796E10E-2855-B645-9157-69ABD0AF6E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184309"/>
            <a:ext cx="6742764" cy="9140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</a:t>
            </a:r>
            <a:r>
              <a:rPr lang="en-US" dirty="0" err="1"/>
              <a:t>vienoje</a:t>
            </a:r>
            <a:r>
              <a:rPr lang="en-US" dirty="0"/>
              <a:t> </a:t>
            </a:r>
            <a:r>
              <a:rPr lang="en-US" dirty="0" err="1"/>
              <a:t>eilutėje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67F4D278-51F5-D14F-A97C-AC908F852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0870F7F1-323C-6746-9C9E-419766E5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941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io skaidrė _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DA1F09C-AD04-1A46-9582-BCF9F7473E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53"/>
            <a:ext cx="9144000" cy="128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DF3CA79-289E-7547-B369-E31EA8527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252144"/>
            <a:ext cx="681110" cy="778411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xmlns="" id="{CCE9F64F-44D1-3B4E-9240-3BD03FFFBB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636" y="1682923"/>
            <a:ext cx="8261513" cy="330817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0" i="0" u="none" strike="noStrike">
                <a:effectLst/>
              </a:defRPr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integer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tempus </a:t>
            </a:r>
            <a:r>
              <a:rPr lang="en-US" dirty="0" err="1"/>
              <a:t>iaculis</a:t>
            </a:r>
            <a:r>
              <a:rPr lang="en-US" dirty="0"/>
              <a:t>. Arial, 18 pt.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xmlns="" id="{87F67A23-B747-8441-B85B-89CCB727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xmlns="" id="{0AAB6F54-1A9E-594B-BFD7-5192E6AD99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204204"/>
            <a:ext cx="6353636" cy="9140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ts val="3240"/>
              </a:lnSpc>
              <a:buNone/>
              <a:defRPr sz="28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Skaidrės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per dvi </a:t>
            </a:r>
            <a:r>
              <a:rPr lang="en-US" dirty="0" err="1"/>
              <a:t>eilutes</a:t>
            </a:r>
            <a:r>
              <a:rPr lang="en-US" dirty="0"/>
              <a:t> (Arial Bold, 28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15240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A7E66E2-5D03-C847-8006-2FEBE16D5A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93735"/>
            <a:ext cx="91440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4B7227-6E63-ED42-93C4-5734328A27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75039" y="5687744"/>
            <a:ext cx="681110" cy="778411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xmlns="" id="{538F4E54-807A-E04D-96DC-A01F431D4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636" y="5594508"/>
            <a:ext cx="61585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1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 err="1"/>
              <a:t>Renginio</a:t>
            </a:r>
            <a:r>
              <a:rPr lang="en-US" dirty="0"/>
              <a:t> </a:t>
            </a:r>
            <a:r>
              <a:rPr lang="en-US" dirty="0" err="1"/>
              <a:t>vieta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pavadinimas</a:t>
            </a:r>
            <a:r>
              <a:rPr lang="en-US" dirty="0"/>
              <a:t> (Arial Bold,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xmlns="" id="{ED3B809A-D148-C346-89D1-CC101517FD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4636" y="6143092"/>
            <a:ext cx="2297764" cy="457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ts val="3240"/>
              </a:lnSpc>
              <a:buNone/>
              <a:defRPr sz="2000" b="0"/>
            </a:lvl1pPr>
            <a:lvl2pPr marL="457200" indent="0" algn="l">
              <a:buNone/>
              <a:defRPr sz="1400"/>
            </a:lvl2pPr>
            <a:lvl3pPr marL="914400" indent="0" algn="l">
              <a:buNone/>
              <a:defRPr sz="1400"/>
            </a:lvl3pPr>
            <a:lvl4pPr marL="1371600" indent="0" algn="l">
              <a:buNone/>
              <a:defRPr sz="1400"/>
            </a:lvl4pPr>
            <a:lvl5pPr marL="1828800" indent="0" algn="l">
              <a:buNone/>
              <a:defRPr sz="1400"/>
            </a:lvl5pPr>
          </a:lstStyle>
          <a:p>
            <a:pPr lvl="0"/>
            <a:r>
              <a:rPr lang="en-US" dirty="0"/>
              <a:t>Data (Arial, 20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E6FC630C-4B60-8042-82F0-6A37D41B1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5295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1463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otraukos skaidrė _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xmlns="" id="{3516A138-7B6E-784E-A6E2-F1D12C2CAA6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1"/>
            <a:ext cx="9144000" cy="63499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896DBD-0EAB-204A-9322-7E818BE933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1407"/>
            <a:ext cx="9144000" cy="508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612D5D5-394F-8342-BAA3-A6E19B14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98749" y="6421437"/>
            <a:ext cx="2057400" cy="365125"/>
          </a:xfrm>
          <a:prstGeom prst="rect">
            <a:avLst/>
          </a:prstGeom>
        </p:spPr>
        <p:txBody>
          <a:bodyPr tIns="46800" rIns="0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29422C9-1E47-FC4B-AEE4-3DD6AA650B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5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2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5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07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08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97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43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xmlns="" id="{C03C81C5-371F-1446-8C29-86452E99DE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5051FBA9-E410-AD4F-87D1-E2E077AF1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F7F7CC7F-3272-DB47-9761-2CE96853BE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0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25C1BE6-6D28-EA46-ACD3-98107AEB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9E509487-67DF-6A41-9E66-0A50802C79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8D1DE3C-FB76-284C-A09B-C1821DFA40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23CBF0FE-093D-1B40-856F-56814084A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7E9B21C-5508-7D4C-8D8F-55C0E6E1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E08342C-3950-9244-A20A-4CB0217B99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8BC2F9-CA05-DF49-9F6D-CBF971D3F0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8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7B72233-C7FA-5148-BAA3-2C938A0C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F273C937-147A-AD41-9171-8A2C9897B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FB40594-655A-3546-8FA5-8B842C3EB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15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0B7D5864-9DA2-124E-9FAA-0C21D6486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8371D61-2B5F-3F40-B673-4747458D22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BF9858-779E-F94D-88D7-C378FF0745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96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8449265-651E-454C-AEAD-15FC6E131C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9283D9-A8E4-0A49-B956-A8056CE37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29422C9-1E47-FC4B-AEE4-3DD6AA650B5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649602"/>
      </p:ext>
    </p:extLst>
  </p:cSld>
  <p:clrMapOvr>
    <a:masterClrMapping/>
  </p:clrMapOvr>
</p:sld>
</file>

<file path=ppt/theme/theme1.xml><?xml version="1.0" encoding="utf-8"?>
<a:theme xmlns:a="http://schemas.openxmlformats.org/drawingml/2006/main" name="1 _ Smegeny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_ Galv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_ Pjukla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 _ Rank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 _ Kiausini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 _ Dezu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 _ Melynos smegeny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8A49A271B289DC4A937E4F27C8781E3D" ma:contentTypeVersion="2" ma:contentTypeDescription="Kurkite naują dokumentą." ma:contentTypeScope="" ma:versionID="e37fee9db0b646a6158ed2f0da1aa890">
  <xsd:schema xmlns:xsd="http://www.w3.org/2001/XMLSchema" xmlns:xs="http://www.w3.org/2001/XMLSchema" xmlns:p="http://schemas.microsoft.com/office/2006/metadata/properties" xmlns:ns2="b22733a4-4951-48c5-a492-5d95d9c5d87a" targetNamespace="http://schemas.microsoft.com/office/2006/metadata/properties" ma:root="true" ma:fieldsID="f93e25bb92ef087e3c9401cfbf5cd204" ns2:_="">
    <xsd:import namespace="b22733a4-4951-48c5-a492-5d95d9c5d8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2733a4-4951-48c5-a492-5d95d9c5d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9E5753-AFBC-4E2D-BD88-16933D5443D3}"/>
</file>

<file path=customXml/itemProps2.xml><?xml version="1.0" encoding="utf-8"?>
<ds:datastoreItem xmlns:ds="http://schemas.openxmlformats.org/officeDocument/2006/customXml" ds:itemID="{A9499725-81A4-4F1C-982D-31AC684CD79F}"/>
</file>

<file path=customXml/itemProps3.xml><?xml version="1.0" encoding="utf-8"?>
<ds:datastoreItem xmlns:ds="http://schemas.openxmlformats.org/officeDocument/2006/customXml" ds:itemID="{48BD2CEA-21E4-4EC4-B8B2-C601DC397C1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</TotalTime>
  <Words>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1 _ Smegenys</vt:lpstr>
      <vt:lpstr>2 _ Galva</vt:lpstr>
      <vt:lpstr>3 _ Pjuklas</vt:lpstr>
      <vt:lpstr>4 _ Ranka</vt:lpstr>
      <vt:lpstr>5 _ Kiausinis</vt:lpstr>
      <vt:lpstr>6 _ Dezute</vt:lpstr>
      <vt:lpstr>7 _ Melynos smegenys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Didžiapetris Domantas</dc:creator>
  <cp:lastModifiedBy>Lina</cp:lastModifiedBy>
  <cp:revision>23</cp:revision>
  <cp:lastPrinted>2019-09-17T08:22:01Z</cp:lastPrinted>
  <dcterms:created xsi:type="dcterms:W3CDTF">2019-09-17T06:19:02Z</dcterms:created>
  <dcterms:modified xsi:type="dcterms:W3CDTF">2019-10-21T13:28:30Z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0x0101008A49A271B289DC4A937E4F27C8781E3D</vt:lpwstr>
  </property>
</Properties>
</file>